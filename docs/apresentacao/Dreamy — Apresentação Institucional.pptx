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quebrar o gelo e fazer a promessa da conversa. ≈ 40s</a:t>
            </a:r>
          </a:p>
          <a:p/>
          <a:p>
            <a:r>
              <a:t>Obrigado pelo tempo de vocês. Eu sou [seu nome], da Dreamy.</a:t>
            </a:r>
          </a:p>
          <a:p/>
          <a:p>
            <a:r>
              <a:t>Antes de qualquer slide bonito, uma promessa: nos próximos dez minutos eu não vou falar de tecnologia pela tecnologia. Eu vou falar do negócio de vocês — de onde ele trava hoje e de onde ele pode ganhar mais.</a:t>
            </a:r>
          </a:p>
          <a:p/>
          <a:p>
            <a:r>
              <a:t>A Dreamy constrói software sob medida e agentes de IA. Mas o nosso ponto de partida é sempre o mesmo, e está aí embaixo no slide: começamos pelo problema. A tecnologia vem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gerar identificação — a plateia precisa se reconhecer na cena. ≈ 60s</a:t>
            </a:r>
          </a:p>
          <a:p/>
          <a:p>
            <a:r>
              <a:t>Deixa eu descrever uma empresa, e você me diz se soa familiar.</a:t>
            </a:r>
          </a:p>
          <a:p/>
          <a:p>
            <a:r>
              <a:t>A empresa cresce. Os processos vão ficando cada vez mais específicos. Os sistemas param de conversar entre si. Alguma planilha — geralmente uma que só uma pessoa entende — passa a sustentar decisões importantes. E lá no comercial, leads esfriam sem ninguém perceber.</a:t>
            </a:r>
          </a:p>
          <a:p/>
          <a:p>
            <a:r>
              <a:t>[pausa — deixe a cena assentar]</a:t>
            </a:r>
          </a:p>
          <a:p/>
          <a:p>
            <a:r>
              <a:t>Nada disso é falta de competência. É que a empresa cresceu mais rápido do que a tecnologia dela. E software pronto, de prateleira, não foi feito para o SEU processo — foi feito para a média.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a virada. Slide quase vazio de propósito — a força está na pausa. ≈ 15s</a:t>
            </a:r>
          </a:p>
          <a:p/>
          <a:p>
            <a:r>
              <a:t>E é exatamente nesse ponto que a gente entra.</a:t>
            </a:r>
          </a:p>
          <a:p/>
          <a:p>
            <a:r>
              <a:t>[pausa longa — não corra este slide]</a:t>
            </a:r>
          </a:p>
          <a:p/>
          <a:p>
            <a:r>
              <a:t>Quando o software pronto acaba e o seu problema continua — esse é o nosso território.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remover a maior objeção ('não sei o que pedir') e mostrar honestidade. ≈ 50s</a:t>
            </a:r>
          </a:p>
          <a:p/>
          <a:p>
            <a:r>
              <a:t>Uma coisa importante: você não precisa chegar para a gente sabendo o que construir.</a:t>
            </a:r>
          </a:p>
          <a:p/>
          <a:p>
            <a:r>
              <a:t>Nenhum cliente nosso chegou com uma especificação técnica. Eles chegam com uma dor: "isso aqui demora demais", "estou desperdiçando oportunidade comercial", "não consigo enxergar a minha operação".</a:t>
            </a:r>
          </a:p>
          <a:p/>
          <a:p>
            <a:r>
              <a:t>O nosso trabalho começa aí — nessa régua do slide: entender a dor, medir o impacto, achar a oportunidade, desenhar a solução, e só então escolher a tecnologia. E às vezes a resposta honesta do diagnóstico é: não vale a pena construir nada. Essa honestidade faz parte do serviço — ninguém aqui quer vender software que não devolve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dar o mapa da conversa e convidar a interrupção (engajamento). ≈ 40s</a:t>
            </a:r>
          </a:p>
          <a:p/>
          <a:p>
            <a:r>
              <a:t>Na prática, o que a gente constrói se organiza em três frentes.</a:t>
            </a:r>
          </a:p>
          <a:p/>
          <a:p>
            <a:r>
              <a:t>Um: receita nova — transformar o que a empresa já tem em um produto digital que os clientes dela pagariam para usar. Dois: operação — sistemas construídos em volta do seu processo, e não o contrário. Três: agentes de IA — colocar a IA para executar trabalho de verdade dentro da empresa.</a:t>
            </a:r>
          </a:p>
          <a:p/>
          <a:p>
            <a:r>
              <a:t>Vou passar rápido pelas três. E pode me interromper na hora em que alguma fizer clique com algo que vocês vivem aí dentro — essa é a parte boa da conversa.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plantar a pergunta que fica na cabeça depois da reunião. ≈ 60s</a:t>
            </a:r>
          </a:p>
          <a:p/>
          <a:p>
            <a:r>
              <a:t>Primeira frente.</a:t>
            </a:r>
          </a:p>
          <a:p/>
          <a:p>
            <a:r>
              <a:t>A sua empresa já conquistou o mais difícil: clientes, confiança, conhecimento, distribuição. Isso levou anos. A pergunta que a gente faz é: o que MAIS essas pessoas comprariam de você?</a:t>
            </a:r>
          </a:p>
          <a:p/>
          <a:p>
            <a:r>
              <a:t>Pode ser um portal, uma assinatura, uma ferramenta que resolve uma dor do seu cliente. Cada produto nasce da base que já existe — por isso esse gráfico é conceitual, sem números: os números vêm do diagnóstico, do SEU caso, não de uma promessa genérica minha.</a:t>
            </a:r>
          </a:p>
          <a:p/>
          <a:p>
            <a:r>
              <a:t>Mas leva essa pergunta para casa: se uma parte dos seus clientes pagasse por um novo produto digital seu... o que valeria a pena construir?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inverter a lógica 'empresa se adapta ao software' e reforçar a parceria. ≈ 50s</a:t>
            </a:r>
          </a:p>
          <a:p/>
          <a:p>
            <a:r>
              <a:t>Segunda frente.</a:t>
            </a:r>
          </a:p>
          <a:p/>
          <a:p>
            <a:r>
              <a:t>Hoje, a informação da sua operação mora em lugares demais — está aí no slide: planilha, ERP, e-mail, documento... e na cabeça de gente boa. Software genérico obriga a SUA empresa a se adaptar a ELE. A gente inverte isso: constrói o sistema em volta do seu processo.</a:t>
            </a:r>
          </a:p>
          <a:p/>
          <a:p>
            <a:r>
              <a:t>O resultado é um lugar só, com a informação consolidada — e decisão com visibilidade, não no feeling.</a:t>
            </a:r>
          </a:p>
          <a:p/>
          <a:p>
            <a:r>
              <a:t>E vale repetir: você não precisa trazer a solução pronta. Você conhece o seu negócio; nós conhecemos tecnologia. O desenho a gente faz 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desfazer o mal-entendido 'agente = chatbot' e tranquilizar sobre controle. ≈ 50s</a:t>
            </a:r>
          </a:p>
          <a:p/>
          <a:p>
            <a:r>
              <a:t>Terceira frente — e aqui eu preciso desfazer um mal-entendido.</a:t>
            </a:r>
          </a:p>
          <a:p/>
          <a:p>
            <a:r>
              <a:t>Agente de IA não é chatbot. É software que executa etapas de um processo: interpreta informação, acessa as ferramentas que VOCÊ autorizar — CRM, ERP, WhatsApp, e-mail, documentos — e faz o trabalho.</a:t>
            </a:r>
          </a:p>
          <a:p/>
          <a:p>
            <a:r>
              <a:t>Com escopo definido, com regras, com permissões. E quando o assunto precisa de gente, ele passa para gente — está aí na saída de baixo do diagrama.</a:t>
            </a:r>
          </a:p>
          <a:p/>
          <a:p>
            <a:r>
              <a:t>Autonomia com controle. Sempre nessa ordem.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tornar concreto — três cenas do dia a dia que a plateia reconhece. ≈ 50s</a:t>
            </a:r>
          </a:p>
          <a:p/>
          <a:p>
            <a:r>
              <a:t>Três lugares onde isso fica concreto.</a:t>
            </a:r>
          </a:p>
          <a:p/>
          <a:p>
            <a:r>
              <a:t>No atendimento: o agente responde, consulta as informações, registra tudo no CRM — e chama um humano quando a conversa pede um humano.</a:t>
            </a:r>
          </a:p>
          <a:p/>
          <a:p>
            <a:r>
              <a:t>Em vendas: ele pesquisa o lead, qualifica, prepara o follow-up — o vendedor chega na conversa pronto, em vez de gastar a manhã pesquisando.</a:t>
            </a:r>
          </a:p>
          <a:p/>
          <a:p>
            <a:r>
              <a:t>Na operação: ele lê sistemas e documentos, consolida, analisa e age.</a:t>
            </a:r>
          </a:p>
          <a:p/>
          <a:p>
            <a:r>
              <a:t>Repara no padrão das três colunas: o agente fica com o trabalho repetitivo; as pessoas ficam com o que exige 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reduzir o risco percebido — processo claro, ciclos curtos, sem sumiço. ≈ 45s</a:t>
            </a:r>
          </a:p>
          <a:p/>
          <a:p>
            <a:r>
              <a:t>E como é trabalhar com a gente? Cinco passos, sem mistério.</a:t>
            </a:r>
          </a:p>
          <a:p/>
          <a:p>
            <a:r>
              <a:t>Entender: a gente senta junto e mapeia problema, impacto e contexto. Desenhar: solução, experiência, arquitetura. Construir: em ciclos curtos — você vê o software crescendo e valida no caminho; a gente não some seis meses para voltar com uma surpresa. Implantar: na operação real, com quem usa de verdade. E evoluir: porque software bom não termina — acompanha o negócio.</a:t>
            </a:r>
          </a:p>
          <a:p/>
          <a:p>
            <a:r>
              <a:t>Em cada ciclo você sabe o que está sendo feito, por quê, e o que vem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qualificar com franqueza — quem tem fit se reconhece e se inclina. ≈ 40s</a:t>
            </a:r>
          </a:p>
          <a:p/>
          <a:p>
            <a:r>
              <a:t>Sendo bem direto sobre para quem isso funciona: o nosso trabalho rende mais em empresa que já funciona.</a:t>
            </a:r>
          </a:p>
          <a:p/>
          <a:p>
            <a:r>
              <a:t>Que já tem operação, clientes, time — e sente que a tecnologia virou o freio, e não o motor.</a:t>
            </a:r>
          </a:p>
          <a:p/>
          <a:p>
            <a:r>
              <a:t>Se, enquanto eu falava, você lembrou de um processo que não escala, de sistemas que não conversam, de dados espalhados por aí... provavelmente existe algo que a gente pode construir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uma única pergunta + próximo passo simples. Termine e deixe a plateia falar. ≈ 40s</a:t>
            </a:r>
          </a:p>
          <a:p/>
          <a:p>
            <a:r>
              <a:t>Então eu fecho com a única pergunta que importa hoje:</a:t>
            </a:r>
          </a:p>
          <a:p/>
          <a:p>
            <a:r>
              <a:t>qual problema da SUA empresa valeria a pena resolver agora?</a:t>
            </a:r>
          </a:p>
          <a:p/>
          <a:p>
            <a:r>
              <a:t>[pausa — deixe alguém responder; se ninguém responder, chame pelo nome quem demonstrou mais interesse]</a:t>
            </a:r>
          </a:p>
          <a:p/>
          <a:p>
            <a:r>
              <a:t>Não precisa ser a resposta perfeita. Me conta o contexto, e a gente avalia junto se existe uma solução com impacto de verdade — inclusive se a resposta for "ainda não".</a:t>
            </a:r>
          </a:p>
          <a:p/>
          <a:p>
            <a:r>
              <a:t>O próximo passo é simples: uma conversa. O WhatsApp está aí no slide. E como diz o nosso site: sem apresentação genérica — na próxima conversa, o assunto é o seu negócio.</a:t>
            </a:r>
          </a:p>
          <a:p/>
          <a:p>
            <a:r>
              <a:t>Obrigado!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Dreamy — Apresentação Institucional</dc:title>
  <dc:subject/>
  <dc:creator>Dreamy</dc:creator>
  <cp:keywords/>
  <dc:description>Pitch de palco — 12 slides. Fala completa nas notas do apresentador.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