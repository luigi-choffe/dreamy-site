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3391" autoAdjust="0"/>
  </p:normalViewPr>
  <p:slideViewPr>
    <p:cSldViewPr snapToGrid="0" snapToObjects="1">
      <p:cViewPr varScale="1">
        <p:scale>
          <a:sx n="94" d="100"/>
          <a:sy n="94" d="100"/>
        </p:scale>
        <p:origin x="960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582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8442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quebrar</a:t>
            </a:r>
            <a:r>
              <a:rPr dirty="0"/>
              <a:t> o </a:t>
            </a:r>
            <a:r>
              <a:rPr dirty="0" err="1"/>
              <a:t>gelo</a:t>
            </a:r>
            <a:r>
              <a:rPr dirty="0"/>
              <a:t> e </a:t>
            </a:r>
            <a:r>
              <a:rPr dirty="0" err="1"/>
              <a:t>fazer</a:t>
            </a:r>
            <a:r>
              <a:rPr dirty="0"/>
              <a:t> a </a:t>
            </a:r>
            <a:r>
              <a:rPr dirty="0" err="1"/>
              <a:t>promessa</a:t>
            </a:r>
            <a:r>
              <a:rPr dirty="0"/>
              <a:t> da conversa. ≈ 40s</a:t>
            </a:r>
          </a:p>
          <a:p>
            <a:endParaRPr dirty="0"/>
          </a:p>
          <a:p>
            <a:r>
              <a:rPr dirty="0" err="1"/>
              <a:t>Obrigado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tempo de </a:t>
            </a:r>
            <a:r>
              <a:rPr dirty="0" err="1"/>
              <a:t>vocês</a:t>
            </a:r>
            <a:r>
              <a:rPr dirty="0"/>
              <a:t>. Eu sou [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nome</a:t>
            </a:r>
            <a:r>
              <a:rPr dirty="0"/>
              <a:t>], da Dreamy.</a:t>
            </a:r>
          </a:p>
          <a:p>
            <a:endParaRPr dirty="0"/>
          </a:p>
          <a:p>
            <a:r>
              <a:rPr dirty="0"/>
              <a:t>Antes de </a:t>
            </a:r>
            <a:r>
              <a:rPr dirty="0" err="1"/>
              <a:t>qualquer</a:t>
            </a:r>
            <a:r>
              <a:rPr dirty="0"/>
              <a:t> slide bonito,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promessa</a:t>
            </a:r>
            <a:r>
              <a:rPr dirty="0"/>
              <a:t>: </a:t>
            </a:r>
            <a:r>
              <a:rPr dirty="0" err="1"/>
              <a:t>nos</a:t>
            </a:r>
            <a:r>
              <a:rPr dirty="0"/>
              <a:t> </a:t>
            </a:r>
            <a:r>
              <a:rPr dirty="0" err="1"/>
              <a:t>próximos</a:t>
            </a:r>
            <a:r>
              <a:rPr dirty="0"/>
              <a:t> </a:t>
            </a:r>
            <a:r>
              <a:rPr dirty="0" err="1"/>
              <a:t>dez</a:t>
            </a:r>
            <a:r>
              <a:rPr dirty="0"/>
              <a:t> </a:t>
            </a:r>
            <a:r>
              <a:rPr dirty="0" err="1"/>
              <a:t>minutos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vou</a:t>
            </a:r>
            <a:r>
              <a:rPr dirty="0"/>
              <a:t> </a:t>
            </a:r>
            <a:r>
              <a:rPr dirty="0" err="1"/>
              <a:t>falar</a:t>
            </a:r>
            <a:r>
              <a:rPr dirty="0"/>
              <a:t> de </a:t>
            </a:r>
            <a:r>
              <a:rPr dirty="0" err="1"/>
              <a:t>tecnologia</a:t>
            </a:r>
            <a:r>
              <a:rPr dirty="0"/>
              <a:t> pela </a:t>
            </a:r>
            <a:r>
              <a:rPr dirty="0" err="1"/>
              <a:t>tecnologia</a:t>
            </a:r>
            <a:r>
              <a:rPr dirty="0"/>
              <a:t>. Eu </a:t>
            </a:r>
            <a:r>
              <a:rPr dirty="0" err="1"/>
              <a:t>vou</a:t>
            </a:r>
            <a:r>
              <a:rPr dirty="0"/>
              <a:t> </a:t>
            </a:r>
            <a:r>
              <a:rPr dirty="0" err="1"/>
              <a:t>falar</a:t>
            </a:r>
            <a:r>
              <a:rPr dirty="0"/>
              <a:t> do </a:t>
            </a:r>
            <a:r>
              <a:rPr dirty="0" err="1"/>
              <a:t>negócio</a:t>
            </a:r>
            <a:r>
              <a:rPr dirty="0"/>
              <a:t> de </a:t>
            </a:r>
            <a:r>
              <a:rPr dirty="0" err="1"/>
              <a:t>vocês</a:t>
            </a:r>
            <a:r>
              <a:rPr dirty="0"/>
              <a:t> — de </a:t>
            </a:r>
            <a:r>
              <a:rPr dirty="0" err="1"/>
              <a:t>onde</a:t>
            </a:r>
            <a:r>
              <a:rPr dirty="0"/>
              <a:t>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trava</a:t>
            </a:r>
            <a:r>
              <a:rPr dirty="0"/>
              <a:t> </a:t>
            </a:r>
            <a:r>
              <a:rPr dirty="0" err="1"/>
              <a:t>hoje</a:t>
            </a:r>
            <a:r>
              <a:rPr dirty="0"/>
              <a:t> e de </a:t>
            </a:r>
            <a:r>
              <a:rPr dirty="0" err="1"/>
              <a:t>onde</a:t>
            </a:r>
            <a:r>
              <a:rPr dirty="0"/>
              <a:t>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ganhar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Dreamy </a:t>
            </a:r>
            <a:r>
              <a:rPr dirty="0" err="1"/>
              <a:t>constrói</a:t>
            </a:r>
            <a:r>
              <a:rPr dirty="0"/>
              <a:t> software sob </a:t>
            </a:r>
            <a:r>
              <a:rPr dirty="0" err="1"/>
              <a:t>medida</a:t>
            </a:r>
            <a:r>
              <a:rPr dirty="0"/>
              <a:t> e </a:t>
            </a:r>
            <a:r>
              <a:rPr dirty="0" err="1"/>
              <a:t>agentes</a:t>
            </a:r>
            <a:r>
              <a:rPr dirty="0"/>
              <a:t> de IA. Mas o </a:t>
            </a:r>
            <a:r>
              <a:rPr dirty="0" err="1"/>
              <a:t>nosso</a:t>
            </a:r>
            <a:r>
              <a:rPr dirty="0"/>
              <a:t> </a:t>
            </a:r>
            <a:r>
              <a:rPr dirty="0" err="1"/>
              <a:t>ponto</a:t>
            </a:r>
            <a:r>
              <a:rPr dirty="0"/>
              <a:t> de </a:t>
            </a:r>
            <a:r>
              <a:rPr dirty="0" err="1"/>
              <a:t>partida</a:t>
            </a:r>
            <a:r>
              <a:rPr dirty="0"/>
              <a:t> é sempre o </a:t>
            </a:r>
            <a:r>
              <a:rPr dirty="0" err="1"/>
              <a:t>mesmo</a:t>
            </a:r>
            <a:r>
              <a:rPr dirty="0"/>
              <a:t>, e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aí</a:t>
            </a:r>
            <a:r>
              <a:rPr dirty="0"/>
              <a:t> </a:t>
            </a:r>
            <a:r>
              <a:rPr dirty="0" err="1"/>
              <a:t>embaixo</a:t>
            </a:r>
            <a:r>
              <a:rPr dirty="0"/>
              <a:t> no slide: </a:t>
            </a:r>
            <a:r>
              <a:rPr dirty="0" err="1"/>
              <a:t>começamos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. A </a:t>
            </a:r>
            <a:r>
              <a:rPr dirty="0" err="1"/>
              <a:t>tecnologia</a:t>
            </a:r>
            <a:r>
              <a:rPr dirty="0"/>
              <a:t> </a:t>
            </a:r>
            <a:r>
              <a:rPr dirty="0" err="1"/>
              <a:t>vem</a:t>
            </a:r>
            <a:r>
              <a:rPr dirty="0"/>
              <a:t> </a:t>
            </a:r>
            <a:r>
              <a:rPr dirty="0" err="1"/>
              <a:t>depois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gerar</a:t>
            </a:r>
            <a:r>
              <a:rPr dirty="0"/>
              <a:t> </a:t>
            </a:r>
            <a:r>
              <a:rPr dirty="0" err="1"/>
              <a:t>identificação</a:t>
            </a:r>
            <a:r>
              <a:rPr dirty="0"/>
              <a:t> — a plateia </a:t>
            </a:r>
            <a:r>
              <a:rPr dirty="0" err="1"/>
              <a:t>precisa</a:t>
            </a:r>
            <a:r>
              <a:rPr dirty="0"/>
              <a:t> se </a:t>
            </a:r>
            <a:r>
              <a:rPr dirty="0" err="1"/>
              <a:t>reconhecer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cena</a:t>
            </a:r>
            <a:r>
              <a:rPr dirty="0"/>
              <a:t>. ≈ 60s</a:t>
            </a:r>
          </a:p>
          <a:p>
            <a:endParaRPr dirty="0"/>
          </a:p>
          <a:p>
            <a:r>
              <a:rPr dirty="0"/>
              <a:t>Deixa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descrever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empresa</a:t>
            </a:r>
            <a:r>
              <a:rPr dirty="0"/>
              <a:t>, e </a:t>
            </a:r>
            <a:r>
              <a:rPr dirty="0" err="1"/>
              <a:t>você</a:t>
            </a:r>
            <a:r>
              <a:rPr dirty="0"/>
              <a:t> me </a:t>
            </a:r>
            <a:r>
              <a:rPr dirty="0" err="1"/>
              <a:t>diz</a:t>
            </a:r>
            <a:r>
              <a:rPr dirty="0"/>
              <a:t> se </a:t>
            </a:r>
            <a:r>
              <a:rPr dirty="0" err="1"/>
              <a:t>soa</a:t>
            </a:r>
            <a:r>
              <a:rPr dirty="0"/>
              <a:t> familiar.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cresce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processos</a:t>
            </a:r>
            <a:r>
              <a:rPr dirty="0"/>
              <a:t> </a:t>
            </a:r>
            <a:r>
              <a:rPr dirty="0" err="1"/>
              <a:t>vão</a:t>
            </a:r>
            <a:r>
              <a:rPr dirty="0"/>
              <a:t> </a:t>
            </a:r>
            <a:r>
              <a:rPr dirty="0" err="1"/>
              <a:t>ficando</a:t>
            </a:r>
            <a:r>
              <a:rPr dirty="0"/>
              <a:t>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vez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específicos</a:t>
            </a:r>
            <a:r>
              <a:rPr dirty="0"/>
              <a:t>.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param de </a:t>
            </a:r>
            <a:r>
              <a:rPr dirty="0" err="1"/>
              <a:t>conversar</a:t>
            </a:r>
            <a:r>
              <a:rPr dirty="0"/>
              <a:t> entre </a:t>
            </a:r>
            <a:r>
              <a:rPr dirty="0" err="1"/>
              <a:t>si</a:t>
            </a:r>
            <a:r>
              <a:rPr dirty="0"/>
              <a:t>. </a:t>
            </a:r>
            <a:r>
              <a:rPr dirty="0" err="1"/>
              <a:t>Alguma</a:t>
            </a:r>
            <a:r>
              <a:rPr dirty="0"/>
              <a:t> </a:t>
            </a:r>
            <a:r>
              <a:rPr dirty="0" err="1"/>
              <a:t>planilha</a:t>
            </a:r>
            <a:r>
              <a:rPr dirty="0"/>
              <a:t> — </a:t>
            </a:r>
            <a:r>
              <a:rPr dirty="0" err="1"/>
              <a:t>geralmente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pessoa</a:t>
            </a:r>
            <a:r>
              <a:rPr dirty="0"/>
              <a:t> </a:t>
            </a:r>
            <a:r>
              <a:rPr dirty="0" err="1"/>
              <a:t>entende</a:t>
            </a:r>
            <a:r>
              <a:rPr dirty="0"/>
              <a:t> — </a:t>
            </a:r>
            <a:r>
              <a:rPr dirty="0" err="1"/>
              <a:t>passa</a:t>
            </a:r>
            <a:r>
              <a:rPr dirty="0"/>
              <a:t> a </a:t>
            </a:r>
            <a:r>
              <a:rPr dirty="0" err="1"/>
              <a:t>sustentar</a:t>
            </a:r>
            <a:r>
              <a:rPr dirty="0"/>
              <a:t> </a:t>
            </a:r>
            <a:r>
              <a:rPr dirty="0" err="1"/>
              <a:t>decisões</a:t>
            </a:r>
            <a:r>
              <a:rPr dirty="0"/>
              <a:t> </a:t>
            </a:r>
            <a:r>
              <a:rPr dirty="0" err="1"/>
              <a:t>importantes</a:t>
            </a:r>
            <a:r>
              <a:rPr dirty="0"/>
              <a:t>. E </a:t>
            </a:r>
            <a:r>
              <a:rPr dirty="0" err="1"/>
              <a:t>lá</a:t>
            </a:r>
            <a:r>
              <a:rPr dirty="0"/>
              <a:t> no </a:t>
            </a:r>
            <a:r>
              <a:rPr dirty="0" err="1"/>
              <a:t>comercial</a:t>
            </a:r>
            <a:r>
              <a:rPr dirty="0"/>
              <a:t>, leads </a:t>
            </a:r>
            <a:r>
              <a:rPr dirty="0" err="1"/>
              <a:t>esfriam</a:t>
            </a:r>
            <a:r>
              <a:rPr dirty="0"/>
              <a:t>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ninguém</a:t>
            </a:r>
            <a:r>
              <a:rPr dirty="0"/>
              <a:t> </a:t>
            </a:r>
            <a:r>
              <a:rPr dirty="0" err="1"/>
              <a:t>perceber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[pausa — </a:t>
            </a:r>
            <a:r>
              <a:rPr dirty="0" err="1"/>
              <a:t>deixe</a:t>
            </a:r>
            <a:r>
              <a:rPr dirty="0"/>
              <a:t> a </a:t>
            </a:r>
            <a:r>
              <a:rPr dirty="0" err="1"/>
              <a:t>cena</a:t>
            </a:r>
            <a:r>
              <a:rPr dirty="0"/>
              <a:t> </a:t>
            </a:r>
            <a:r>
              <a:rPr dirty="0" err="1"/>
              <a:t>assentar</a:t>
            </a:r>
            <a:r>
              <a:rPr dirty="0"/>
              <a:t>]</a:t>
            </a:r>
          </a:p>
          <a:p>
            <a:endParaRPr dirty="0"/>
          </a:p>
          <a:p>
            <a:r>
              <a:rPr dirty="0"/>
              <a:t>Nada </a:t>
            </a:r>
            <a:r>
              <a:rPr dirty="0" err="1"/>
              <a:t>disso</a:t>
            </a:r>
            <a:r>
              <a:rPr dirty="0"/>
              <a:t> é </a:t>
            </a:r>
            <a:r>
              <a:rPr dirty="0" err="1"/>
              <a:t>falta</a:t>
            </a:r>
            <a:r>
              <a:rPr dirty="0"/>
              <a:t> de </a:t>
            </a:r>
            <a:r>
              <a:rPr dirty="0" err="1"/>
              <a:t>competência</a:t>
            </a:r>
            <a:r>
              <a:rPr dirty="0"/>
              <a:t>. É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cresceu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 do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tecnologia</a:t>
            </a:r>
            <a:r>
              <a:rPr dirty="0"/>
              <a:t> dela. E software pronto, de </a:t>
            </a:r>
            <a:r>
              <a:rPr dirty="0" err="1"/>
              <a:t>prateleira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feito</a:t>
            </a:r>
            <a:r>
              <a:rPr dirty="0"/>
              <a:t> para o SEU </a:t>
            </a:r>
            <a:r>
              <a:rPr dirty="0" err="1"/>
              <a:t>processo</a:t>
            </a:r>
            <a:r>
              <a:rPr dirty="0"/>
              <a:t> — </a:t>
            </a:r>
            <a:r>
              <a:rPr dirty="0" err="1"/>
              <a:t>foi</a:t>
            </a:r>
            <a:r>
              <a:rPr dirty="0"/>
              <a:t> </a:t>
            </a:r>
            <a:r>
              <a:rPr dirty="0" err="1"/>
              <a:t>feito</a:t>
            </a:r>
            <a:r>
              <a:rPr dirty="0"/>
              <a:t> para a </a:t>
            </a:r>
            <a:r>
              <a:rPr dirty="0" err="1"/>
              <a:t>média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a </a:t>
            </a:r>
            <a:r>
              <a:rPr dirty="0" err="1"/>
              <a:t>virada</a:t>
            </a:r>
            <a:r>
              <a:rPr dirty="0"/>
              <a:t>. Slide </a:t>
            </a:r>
            <a:r>
              <a:rPr dirty="0" err="1"/>
              <a:t>quase</a:t>
            </a:r>
            <a:r>
              <a:rPr dirty="0"/>
              <a:t> </a:t>
            </a:r>
            <a:r>
              <a:rPr dirty="0" err="1"/>
              <a:t>vazio</a:t>
            </a:r>
            <a:r>
              <a:rPr dirty="0"/>
              <a:t> de </a:t>
            </a:r>
            <a:r>
              <a:rPr dirty="0" err="1"/>
              <a:t>propósito</a:t>
            </a:r>
            <a:r>
              <a:rPr dirty="0"/>
              <a:t> — a </a:t>
            </a:r>
            <a:r>
              <a:rPr dirty="0" err="1"/>
              <a:t>força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pausa. ≈ 15s</a:t>
            </a:r>
          </a:p>
          <a:p>
            <a:endParaRPr dirty="0"/>
          </a:p>
          <a:p>
            <a:r>
              <a:rPr dirty="0"/>
              <a:t>E é </a:t>
            </a:r>
            <a:r>
              <a:rPr dirty="0" err="1"/>
              <a:t>exatamente</a:t>
            </a:r>
            <a:r>
              <a:rPr dirty="0"/>
              <a:t> </a:t>
            </a:r>
            <a:r>
              <a:rPr dirty="0" err="1"/>
              <a:t>nesse</a:t>
            </a:r>
            <a:r>
              <a:rPr dirty="0"/>
              <a:t> </a:t>
            </a:r>
            <a:r>
              <a:rPr dirty="0" err="1"/>
              <a:t>ponto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entra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[pausa longa —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corra</a:t>
            </a:r>
            <a:r>
              <a:rPr dirty="0"/>
              <a:t> </a:t>
            </a:r>
            <a:r>
              <a:rPr dirty="0" err="1"/>
              <a:t>este</a:t>
            </a:r>
            <a:r>
              <a:rPr dirty="0"/>
              <a:t> slide]</a:t>
            </a:r>
          </a:p>
          <a:p>
            <a:endParaRPr dirty="0"/>
          </a:p>
          <a:p>
            <a:r>
              <a:rPr dirty="0"/>
              <a:t>Quando o software pronto </a:t>
            </a:r>
            <a:r>
              <a:rPr dirty="0" err="1"/>
              <a:t>acaba</a:t>
            </a:r>
            <a:r>
              <a:rPr dirty="0"/>
              <a:t> e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 continua — esse é o </a:t>
            </a:r>
            <a:r>
              <a:rPr dirty="0" err="1"/>
              <a:t>nosso</a:t>
            </a:r>
            <a:r>
              <a:rPr dirty="0"/>
              <a:t> </a:t>
            </a:r>
            <a:r>
              <a:rPr dirty="0" err="1"/>
              <a:t>território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remover a </a:t>
            </a:r>
            <a:r>
              <a:rPr dirty="0" err="1"/>
              <a:t>maior</a:t>
            </a:r>
            <a:r>
              <a:rPr dirty="0"/>
              <a:t> </a:t>
            </a:r>
            <a:r>
              <a:rPr dirty="0" err="1"/>
              <a:t>objeção</a:t>
            </a:r>
            <a:r>
              <a:rPr dirty="0"/>
              <a:t> ('</a:t>
            </a:r>
            <a:r>
              <a:rPr dirty="0" err="1"/>
              <a:t>não</a:t>
            </a:r>
            <a:r>
              <a:rPr dirty="0"/>
              <a:t> sei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pedir</a:t>
            </a:r>
            <a:r>
              <a:rPr dirty="0"/>
              <a:t>') e </a:t>
            </a:r>
            <a:r>
              <a:rPr dirty="0" err="1"/>
              <a:t>mostrar</a:t>
            </a:r>
            <a:r>
              <a:rPr dirty="0"/>
              <a:t> </a:t>
            </a:r>
            <a:r>
              <a:rPr dirty="0" err="1"/>
              <a:t>honestidade</a:t>
            </a:r>
            <a:r>
              <a:rPr dirty="0"/>
              <a:t>. ≈ 50s</a:t>
            </a:r>
          </a:p>
          <a:p>
            <a:endParaRPr dirty="0"/>
          </a:p>
          <a:p>
            <a:r>
              <a:rPr dirty="0"/>
              <a:t>Uma </a:t>
            </a:r>
            <a:r>
              <a:rPr dirty="0" err="1"/>
              <a:t>coisa</a:t>
            </a:r>
            <a:r>
              <a:rPr dirty="0"/>
              <a:t> </a:t>
            </a:r>
            <a:r>
              <a:rPr dirty="0" err="1"/>
              <a:t>importante</a:t>
            </a:r>
            <a:r>
              <a:rPr dirty="0"/>
              <a:t>: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precisa</a:t>
            </a:r>
            <a:r>
              <a:rPr dirty="0"/>
              <a:t> </a:t>
            </a:r>
            <a:r>
              <a:rPr dirty="0" err="1"/>
              <a:t>chegar</a:t>
            </a:r>
            <a:r>
              <a:rPr dirty="0"/>
              <a:t> para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sabendo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construir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Nenhum</a:t>
            </a:r>
            <a:r>
              <a:rPr dirty="0"/>
              <a:t> </a:t>
            </a:r>
            <a:r>
              <a:rPr dirty="0" err="1"/>
              <a:t>cliente</a:t>
            </a:r>
            <a:r>
              <a:rPr dirty="0"/>
              <a:t> </a:t>
            </a:r>
            <a:r>
              <a:rPr dirty="0" err="1"/>
              <a:t>nosso</a:t>
            </a:r>
            <a:r>
              <a:rPr dirty="0"/>
              <a:t> </a:t>
            </a:r>
            <a:r>
              <a:rPr dirty="0" err="1"/>
              <a:t>chegou</a:t>
            </a:r>
            <a:r>
              <a:rPr dirty="0"/>
              <a:t> com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especificação</a:t>
            </a:r>
            <a:r>
              <a:rPr dirty="0"/>
              <a:t> </a:t>
            </a:r>
            <a:r>
              <a:rPr dirty="0" err="1"/>
              <a:t>técnica</a:t>
            </a:r>
            <a:r>
              <a:rPr dirty="0"/>
              <a:t>. Eles </a:t>
            </a:r>
            <a:r>
              <a:rPr dirty="0" err="1"/>
              <a:t>chegam</a:t>
            </a:r>
            <a:r>
              <a:rPr dirty="0"/>
              <a:t> com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dor</a:t>
            </a:r>
            <a:r>
              <a:rPr dirty="0"/>
              <a:t>: "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aqui</a:t>
            </a:r>
            <a:r>
              <a:rPr dirty="0"/>
              <a:t> </a:t>
            </a:r>
            <a:r>
              <a:rPr dirty="0" err="1"/>
              <a:t>demora</a:t>
            </a:r>
            <a:r>
              <a:rPr dirty="0"/>
              <a:t> </a:t>
            </a:r>
            <a:r>
              <a:rPr dirty="0" err="1"/>
              <a:t>demais</a:t>
            </a:r>
            <a:r>
              <a:rPr dirty="0"/>
              <a:t>", "</a:t>
            </a:r>
            <a:r>
              <a:rPr dirty="0" err="1"/>
              <a:t>estou</a:t>
            </a:r>
            <a:r>
              <a:rPr dirty="0"/>
              <a:t> </a:t>
            </a:r>
            <a:r>
              <a:rPr dirty="0" err="1"/>
              <a:t>desperdiçando</a:t>
            </a:r>
            <a:r>
              <a:rPr dirty="0"/>
              <a:t> </a:t>
            </a:r>
            <a:r>
              <a:rPr dirty="0" err="1"/>
              <a:t>oportunidade</a:t>
            </a:r>
            <a:r>
              <a:rPr dirty="0"/>
              <a:t> </a:t>
            </a:r>
            <a:r>
              <a:rPr dirty="0" err="1"/>
              <a:t>comercial</a:t>
            </a:r>
            <a:r>
              <a:rPr dirty="0"/>
              <a:t>", "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consigo</a:t>
            </a:r>
            <a:r>
              <a:rPr dirty="0"/>
              <a:t> </a:t>
            </a:r>
            <a:r>
              <a:rPr dirty="0" err="1"/>
              <a:t>enxergar</a:t>
            </a:r>
            <a:r>
              <a:rPr dirty="0"/>
              <a:t> a </a:t>
            </a:r>
            <a:r>
              <a:rPr dirty="0" err="1"/>
              <a:t>minha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".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nosso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começa</a:t>
            </a:r>
            <a:r>
              <a:rPr dirty="0"/>
              <a:t> </a:t>
            </a:r>
            <a:r>
              <a:rPr dirty="0" err="1"/>
              <a:t>aí</a:t>
            </a:r>
            <a:r>
              <a:rPr dirty="0"/>
              <a:t> — </a:t>
            </a:r>
            <a:r>
              <a:rPr dirty="0" err="1"/>
              <a:t>nessa</a:t>
            </a:r>
            <a:r>
              <a:rPr dirty="0"/>
              <a:t> </a:t>
            </a:r>
            <a:r>
              <a:rPr dirty="0" err="1"/>
              <a:t>régua</a:t>
            </a:r>
            <a:r>
              <a:rPr dirty="0"/>
              <a:t> do slide: </a:t>
            </a:r>
            <a:r>
              <a:rPr dirty="0" err="1"/>
              <a:t>entender</a:t>
            </a:r>
            <a:r>
              <a:rPr dirty="0"/>
              <a:t> a </a:t>
            </a:r>
            <a:r>
              <a:rPr dirty="0" err="1"/>
              <a:t>dor</a:t>
            </a:r>
            <a:r>
              <a:rPr dirty="0"/>
              <a:t>, </a:t>
            </a:r>
            <a:r>
              <a:rPr dirty="0" err="1"/>
              <a:t>medir</a:t>
            </a:r>
            <a:r>
              <a:rPr dirty="0"/>
              <a:t> o </a:t>
            </a:r>
            <a:r>
              <a:rPr dirty="0" err="1"/>
              <a:t>impacto</a:t>
            </a:r>
            <a:r>
              <a:rPr dirty="0"/>
              <a:t>, achar a </a:t>
            </a:r>
            <a:r>
              <a:rPr dirty="0" err="1"/>
              <a:t>oportunidade</a:t>
            </a:r>
            <a:r>
              <a:rPr dirty="0"/>
              <a:t>, </a:t>
            </a:r>
            <a:r>
              <a:rPr dirty="0" err="1"/>
              <a:t>desenhar</a:t>
            </a:r>
            <a:r>
              <a:rPr dirty="0"/>
              <a:t> a </a:t>
            </a:r>
            <a:r>
              <a:rPr dirty="0" err="1"/>
              <a:t>solução</a:t>
            </a:r>
            <a:r>
              <a:rPr dirty="0"/>
              <a:t>, e </a:t>
            </a:r>
            <a:r>
              <a:rPr dirty="0" err="1"/>
              <a:t>só</a:t>
            </a:r>
            <a:r>
              <a:rPr dirty="0"/>
              <a:t> </a:t>
            </a:r>
            <a:r>
              <a:rPr dirty="0" err="1"/>
              <a:t>então</a:t>
            </a:r>
            <a:r>
              <a:rPr dirty="0"/>
              <a:t> </a:t>
            </a:r>
            <a:r>
              <a:rPr dirty="0" err="1"/>
              <a:t>escolher</a:t>
            </a:r>
            <a:r>
              <a:rPr dirty="0"/>
              <a:t> a </a:t>
            </a:r>
            <a:r>
              <a:rPr dirty="0" err="1"/>
              <a:t>tecnologia</a:t>
            </a:r>
            <a:r>
              <a:rPr dirty="0"/>
              <a:t>. E </a:t>
            </a:r>
            <a:r>
              <a:rPr dirty="0" err="1"/>
              <a:t>às</a:t>
            </a:r>
            <a:r>
              <a:rPr dirty="0"/>
              <a:t> </a:t>
            </a:r>
            <a:r>
              <a:rPr dirty="0" err="1"/>
              <a:t>vezes</a:t>
            </a:r>
            <a:r>
              <a:rPr dirty="0"/>
              <a:t> a </a:t>
            </a:r>
            <a:r>
              <a:rPr dirty="0" err="1"/>
              <a:t>resposta</a:t>
            </a:r>
            <a:r>
              <a:rPr dirty="0"/>
              <a:t> </a:t>
            </a:r>
            <a:r>
              <a:rPr dirty="0" err="1"/>
              <a:t>honesta</a:t>
            </a:r>
            <a:r>
              <a:rPr dirty="0"/>
              <a:t> do </a:t>
            </a:r>
            <a:r>
              <a:rPr dirty="0" err="1"/>
              <a:t>diagnóstico</a:t>
            </a:r>
            <a:r>
              <a:rPr dirty="0"/>
              <a:t> é: </a:t>
            </a:r>
            <a:r>
              <a:rPr dirty="0" err="1"/>
              <a:t>não</a:t>
            </a:r>
            <a:r>
              <a:rPr dirty="0"/>
              <a:t> vale a </a:t>
            </a:r>
            <a:r>
              <a:rPr dirty="0" err="1"/>
              <a:t>pena</a:t>
            </a:r>
            <a:r>
              <a:rPr dirty="0"/>
              <a:t> </a:t>
            </a:r>
            <a:r>
              <a:rPr dirty="0" err="1"/>
              <a:t>construir</a:t>
            </a:r>
            <a:r>
              <a:rPr dirty="0"/>
              <a:t> nada. Essa </a:t>
            </a:r>
            <a:r>
              <a:rPr dirty="0" err="1"/>
              <a:t>honestidade</a:t>
            </a:r>
            <a:r>
              <a:rPr dirty="0"/>
              <a:t> </a:t>
            </a:r>
            <a:r>
              <a:rPr dirty="0" err="1"/>
              <a:t>faz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do </a:t>
            </a:r>
            <a:r>
              <a:rPr dirty="0" err="1"/>
              <a:t>serviço</a:t>
            </a:r>
            <a:r>
              <a:rPr dirty="0"/>
              <a:t> — </a:t>
            </a:r>
            <a:r>
              <a:rPr dirty="0" err="1"/>
              <a:t>ninguém</a:t>
            </a:r>
            <a:r>
              <a:rPr dirty="0"/>
              <a:t> </a:t>
            </a:r>
            <a:r>
              <a:rPr dirty="0" err="1"/>
              <a:t>aqui</a:t>
            </a:r>
            <a:r>
              <a:rPr dirty="0"/>
              <a:t> </a:t>
            </a:r>
            <a:r>
              <a:rPr dirty="0" err="1"/>
              <a:t>quer</a:t>
            </a:r>
            <a:r>
              <a:rPr dirty="0"/>
              <a:t> vender software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devolve </a:t>
            </a:r>
            <a:r>
              <a:rPr dirty="0" err="1"/>
              <a:t>resultado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dar</a:t>
            </a:r>
            <a:r>
              <a:rPr dirty="0"/>
              <a:t> o </a:t>
            </a:r>
            <a:r>
              <a:rPr dirty="0" err="1"/>
              <a:t>mapa</a:t>
            </a:r>
            <a:r>
              <a:rPr dirty="0"/>
              <a:t> da conversa e </a:t>
            </a:r>
            <a:r>
              <a:rPr dirty="0" err="1"/>
              <a:t>convidar</a:t>
            </a:r>
            <a:r>
              <a:rPr dirty="0"/>
              <a:t> a </a:t>
            </a:r>
            <a:r>
              <a:rPr dirty="0" err="1"/>
              <a:t>interrupção</a:t>
            </a:r>
            <a:r>
              <a:rPr dirty="0"/>
              <a:t> (</a:t>
            </a:r>
            <a:r>
              <a:rPr dirty="0" err="1"/>
              <a:t>engajamento</a:t>
            </a:r>
            <a:r>
              <a:rPr dirty="0"/>
              <a:t>). ≈ 40s</a:t>
            </a:r>
          </a:p>
          <a:p>
            <a:endParaRPr dirty="0"/>
          </a:p>
          <a:p>
            <a:r>
              <a:rPr dirty="0"/>
              <a:t>Na </a:t>
            </a:r>
            <a:r>
              <a:rPr dirty="0" err="1"/>
              <a:t>prática</a:t>
            </a:r>
            <a:r>
              <a:rPr dirty="0"/>
              <a:t>, o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constrói</a:t>
            </a:r>
            <a:r>
              <a:rPr dirty="0"/>
              <a:t> se </a:t>
            </a:r>
            <a:r>
              <a:rPr dirty="0" err="1"/>
              <a:t>organiza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frentes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Um: </a:t>
            </a:r>
            <a:r>
              <a:rPr dirty="0" err="1"/>
              <a:t>receita</a:t>
            </a:r>
            <a:r>
              <a:rPr dirty="0"/>
              <a:t> nova — </a:t>
            </a:r>
            <a:r>
              <a:rPr dirty="0" err="1"/>
              <a:t>transformar</a:t>
            </a:r>
            <a:r>
              <a:rPr dirty="0"/>
              <a:t> o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tem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um </a:t>
            </a:r>
            <a:r>
              <a:rPr dirty="0" err="1"/>
              <a:t>produto</a:t>
            </a:r>
            <a:r>
              <a:rPr dirty="0"/>
              <a:t> digital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clientes</a:t>
            </a:r>
            <a:r>
              <a:rPr dirty="0"/>
              <a:t> dela </a:t>
            </a:r>
            <a:r>
              <a:rPr dirty="0" err="1"/>
              <a:t>pagariam</a:t>
            </a:r>
            <a:r>
              <a:rPr dirty="0"/>
              <a:t> para usar. </a:t>
            </a:r>
            <a:r>
              <a:rPr dirty="0" err="1"/>
              <a:t>Dois</a:t>
            </a:r>
            <a:r>
              <a:rPr dirty="0"/>
              <a:t>: </a:t>
            </a:r>
            <a:r>
              <a:rPr dirty="0" err="1"/>
              <a:t>operação</a:t>
            </a:r>
            <a:r>
              <a:rPr dirty="0"/>
              <a:t> —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construídos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volta do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processo</a:t>
            </a:r>
            <a:r>
              <a:rPr dirty="0"/>
              <a:t>, e </a:t>
            </a:r>
            <a:r>
              <a:rPr dirty="0" err="1"/>
              <a:t>não</a:t>
            </a:r>
            <a:r>
              <a:rPr dirty="0"/>
              <a:t> o </a:t>
            </a:r>
            <a:r>
              <a:rPr dirty="0" err="1"/>
              <a:t>contrário</a:t>
            </a:r>
            <a:r>
              <a:rPr dirty="0"/>
              <a:t>. </a:t>
            </a:r>
            <a:r>
              <a:rPr dirty="0" err="1"/>
              <a:t>Três</a:t>
            </a:r>
            <a:r>
              <a:rPr dirty="0"/>
              <a:t>: </a:t>
            </a:r>
            <a:r>
              <a:rPr dirty="0" err="1"/>
              <a:t>agentes</a:t>
            </a:r>
            <a:r>
              <a:rPr dirty="0"/>
              <a:t> de IA — </a:t>
            </a:r>
            <a:r>
              <a:rPr dirty="0" err="1"/>
              <a:t>colocar</a:t>
            </a:r>
            <a:r>
              <a:rPr dirty="0"/>
              <a:t> a IA para </a:t>
            </a:r>
            <a:r>
              <a:rPr dirty="0" err="1"/>
              <a:t>executar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 de </a:t>
            </a:r>
            <a:r>
              <a:rPr dirty="0" err="1"/>
              <a:t>verdade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da </a:t>
            </a:r>
            <a:r>
              <a:rPr dirty="0" err="1"/>
              <a:t>empresa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Vou </a:t>
            </a:r>
            <a:r>
              <a:rPr dirty="0" err="1"/>
              <a:t>passar</a:t>
            </a:r>
            <a:r>
              <a:rPr dirty="0"/>
              <a:t> </a:t>
            </a:r>
            <a:r>
              <a:rPr dirty="0" err="1"/>
              <a:t>rápido</a:t>
            </a:r>
            <a:r>
              <a:rPr dirty="0"/>
              <a:t> </a:t>
            </a:r>
            <a:r>
              <a:rPr dirty="0" err="1"/>
              <a:t>pelas</a:t>
            </a:r>
            <a:r>
              <a:rPr dirty="0"/>
              <a:t> </a:t>
            </a:r>
            <a:r>
              <a:rPr dirty="0" err="1"/>
              <a:t>três</a:t>
            </a:r>
            <a:r>
              <a:rPr dirty="0"/>
              <a:t>. E </a:t>
            </a:r>
            <a:r>
              <a:rPr dirty="0" err="1"/>
              <a:t>pode</a:t>
            </a:r>
            <a:r>
              <a:rPr dirty="0"/>
              <a:t> me </a:t>
            </a:r>
            <a:r>
              <a:rPr dirty="0" err="1"/>
              <a:t>interromper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hora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alguma</a:t>
            </a:r>
            <a:r>
              <a:rPr dirty="0"/>
              <a:t> </a:t>
            </a:r>
            <a:r>
              <a:rPr dirty="0" err="1"/>
              <a:t>fizer</a:t>
            </a:r>
            <a:r>
              <a:rPr dirty="0"/>
              <a:t> clique com algo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vocês</a:t>
            </a:r>
            <a:r>
              <a:rPr dirty="0"/>
              <a:t> </a:t>
            </a:r>
            <a:r>
              <a:rPr dirty="0" err="1"/>
              <a:t>vivem</a:t>
            </a:r>
            <a:r>
              <a:rPr dirty="0"/>
              <a:t> </a:t>
            </a:r>
            <a:r>
              <a:rPr dirty="0" err="1"/>
              <a:t>aí</a:t>
            </a:r>
            <a:r>
              <a:rPr dirty="0"/>
              <a:t> </a:t>
            </a:r>
            <a:r>
              <a:rPr dirty="0" err="1"/>
              <a:t>dentro</a:t>
            </a:r>
            <a:r>
              <a:rPr dirty="0"/>
              <a:t> — </a:t>
            </a:r>
            <a:r>
              <a:rPr dirty="0" err="1"/>
              <a:t>essa</a:t>
            </a:r>
            <a:r>
              <a:rPr dirty="0"/>
              <a:t> é a </a:t>
            </a:r>
            <a:r>
              <a:rPr dirty="0" err="1"/>
              <a:t>parte</a:t>
            </a:r>
            <a:r>
              <a:rPr dirty="0"/>
              <a:t> boa da conversa.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plantar a </a:t>
            </a:r>
            <a:r>
              <a:rPr dirty="0" err="1"/>
              <a:t>pergunta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fica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cabeça</a:t>
            </a:r>
            <a:r>
              <a:rPr dirty="0"/>
              <a:t> </a:t>
            </a:r>
            <a:r>
              <a:rPr dirty="0" err="1"/>
              <a:t>depois</a:t>
            </a:r>
            <a:r>
              <a:rPr dirty="0"/>
              <a:t> da </a:t>
            </a:r>
            <a:r>
              <a:rPr dirty="0" err="1"/>
              <a:t>reunião</a:t>
            </a:r>
            <a:r>
              <a:rPr dirty="0"/>
              <a:t>. ≈ 60s</a:t>
            </a:r>
          </a:p>
          <a:p>
            <a:endParaRPr dirty="0"/>
          </a:p>
          <a:p>
            <a:r>
              <a:rPr dirty="0" err="1"/>
              <a:t>Primeira</a:t>
            </a:r>
            <a:r>
              <a:rPr dirty="0"/>
              <a:t> </a:t>
            </a:r>
            <a:r>
              <a:rPr dirty="0" err="1"/>
              <a:t>frente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A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conquistou</a:t>
            </a:r>
            <a:r>
              <a:rPr dirty="0"/>
              <a:t> o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difícil</a:t>
            </a:r>
            <a:r>
              <a:rPr dirty="0"/>
              <a:t>: </a:t>
            </a:r>
            <a:r>
              <a:rPr dirty="0" err="1"/>
              <a:t>clientes</a:t>
            </a:r>
            <a:r>
              <a:rPr dirty="0"/>
              <a:t>, </a:t>
            </a:r>
            <a:r>
              <a:rPr dirty="0" err="1"/>
              <a:t>confiança</a:t>
            </a:r>
            <a:r>
              <a:rPr dirty="0"/>
              <a:t>, </a:t>
            </a:r>
            <a:r>
              <a:rPr dirty="0" err="1"/>
              <a:t>conhecimento</a:t>
            </a:r>
            <a:r>
              <a:rPr dirty="0"/>
              <a:t>, </a:t>
            </a:r>
            <a:r>
              <a:rPr dirty="0" err="1"/>
              <a:t>distribuição</a:t>
            </a:r>
            <a:r>
              <a:rPr dirty="0"/>
              <a:t>.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levou</a:t>
            </a:r>
            <a:r>
              <a:rPr dirty="0"/>
              <a:t> </a:t>
            </a:r>
            <a:r>
              <a:rPr dirty="0" err="1"/>
              <a:t>anos</a:t>
            </a:r>
            <a:r>
              <a:rPr dirty="0"/>
              <a:t>. A </a:t>
            </a:r>
            <a:r>
              <a:rPr dirty="0" err="1"/>
              <a:t>pergunta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faz</a:t>
            </a:r>
            <a:r>
              <a:rPr dirty="0"/>
              <a:t> é: o </a:t>
            </a:r>
            <a:r>
              <a:rPr dirty="0" err="1"/>
              <a:t>que</a:t>
            </a:r>
            <a:r>
              <a:rPr dirty="0"/>
              <a:t> MAIS </a:t>
            </a:r>
            <a:r>
              <a:rPr dirty="0" err="1"/>
              <a:t>essas</a:t>
            </a:r>
            <a:r>
              <a:rPr dirty="0"/>
              <a:t>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comprariam</a:t>
            </a:r>
            <a:r>
              <a:rPr dirty="0"/>
              <a:t> de </a:t>
            </a:r>
            <a:r>
              <a:rPr dirty="0" err="1"/>
              <a:t>você</a:t>
            </a:r>
            <a:r>
              <a:rPr dirty="0"/>
              <a:t>?</a:t>
            </a:r>
          </a:p>
          <a:p>
            <a:endParaRPr dirty="0"/>
          </a:p>
          <a:p>
            <a:r>
              <a:rPr dirty="0"/>
              <a:t>Pode ser um portal,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assinatura</a:t>
            </a:r>
            <a:r>
              <a:rPr dirty="0"/>
              <a:t>, </a:t>
            </a:r>
            <a:r>
              <a:rPr dirty="0" err="1"/>
              <a:t>uma</a:t>
            </a:r>
            <a:r>
              <a:rPr dirty="0"/>
              <a:t> ferramenta </a:t>
            </a:r>
            <a:r>
              <a:rPr dirty="0" err="1"/>
              <a:t>que</a:t>
            </a:r>
            <a:r>
              <a:rPr dirty="0"/>
              <a:t> resolve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dor</a:t>
            </a:r>
            <a:r>
              <a:rPr dirty="0"/>
              <a:t> do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cliente</a:t>
            </a:r>
            <a:r>
              <a:rPr dirty="0"/>
              <a:t>. Cada </a:t>
            </a:r>
            <a:r>
              <a:rPr dirty="0" err="1"/>
              <a:t>produto</a:t>
            </a:r>
            <a:r>
              <a:rPr dirty="0"/>
              <a:t> </a:t>
            </a:r>
            <a:r>
              <a:rPr dirty="0" err="1"/>
              <a:t>nasce</a:t>
            </a:r>
            <a:r>
              <a:rPr dirty="0"/>
              <a:t> da base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existe</a:t>
            </a:r>
            <a:r>
              <a:rPr dirty="0"/>
              <a:t> —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 esse </a:t>
            </a:r>
            <a:r>
              <a:rPr dirty="0" err="1"/>
              <a:t>gráfico</a:t>
            </a:r>
            <a:r>
              <a:rPr dirty="0"/>
              <a:t> é </a:t>
            </a:r>
            <a:r>
              <a:rPr dirty="0" err="1"/>
              <a:t>conceitual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: </a:t>
            </a:r>
            <a:r>
              <a:rPr dirty="0" err="1"/>
              <a:t>os</a:t>
            </a:r>
            <a:r>
              <a:rPr dirty="0"/>
              <a:t> </a:t>
            </a:r>
            <a:r>
              <a:rPr dirty="0" err="1"/>
              <a:t>números</a:t>
            </a:r>
            <a:r>
              <a:rPr dirty="0"/>
              <a:t> </a:t>
            </a:r>
            <a:r>
              <a:rPr dirty="0" err="1"/>
              <a:t>vêm</a:t>
            </a:r>
            <a:r>
              <a:rPr dirty="0"/>
              <a:t> do </a:t>
            </a:r>
            <a:r>
              <a:rPr dirty="0" err="1"/>
              <a:t>diagnóstico</a:t>
            </a:r>
            <a:r>
              <a:rPr dirty="0"/>
              <a:t>, do SEU </a:t>
            </a:r>
            <a:r>
              <a:rPr dirty="0" err="1"/>
              <a:t>caso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de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promessa</a:t>
            </a:r>
            <a:r>
              <a:rPr dirty="0"/>
              <a:t> </a:t>
            </a:r>
            <a:r>
              <a:rPr dirty="0" err="1"/>
              <a:t>genérica</a:t>
            </a:r>
            <a:r>
              <a:rPr dirty="0"/>
              <a:t> </a:t>
            </a:r>
            <a:r>
              <a:rPr dirty="0" err="1"/>
              <a:t>minha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Mas leva </a:t>
            </a:r>
            <a:r>
              <a:rPr dirty="0" err="1"/>
              <a:t>essa</a:t>
            </a:r>
            <a:r>
              <a:rPr dirty="0"/>
              <a:t> </a:t>
            </a:r>
            <a:r>
              <a:rPr dirty="0" err="1"/>
              <a:t>pergunta</a:t>
            </a:r>
            <a:r>
              <a:rPr dirty="0"/>
              <a:t> para casa: se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parte</a:t>
            </a:r>
            <a:r>
              <a:rPr dirty="0"/>
              <a:t> dos </a:t>
            </a:r>
            <a:r>
              <a:rPr dirty="0" err="1"/>
              <a:t>seus</a:t>
            </a:r>
            <a:r>
              <a:rPr dirty="0"/>
              <a:t> </a:t>
            </a:r>
            <a:r>
              <a:rPr dirty="0" err="1"/>
              <a:t>clientes</a:t>
            </a:r>
            <a:r>
              <a:rPr dirty="0"/>
              <a:t> </a:t>
            </a:r>
            <a:r>
              <a:rPr dirty="0" err="1"/>
              <a:t>pagasse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um novo </a:t>
            </a:r>
            <a:r>
              <a:rPr dirty="0" err="1"/>
              <a:t>produto</a:t>
            </a:r>
            <a:r>
              <a:rPr dirty="0"/>
              <a:t> digital </a:t>
            </a:r>
            <a:r>
              <a:rPr dirty="0" err="1"/>
              <a:t>seu</a:t>
            </a:r>
            <a:r>
              <a:rPr dirty="0"/>
              <a:t>...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valeria</a:t>
            </a:r>
            <a:r>
              <a:rPr dirty="0"/>
              <a:t> a </a:t>
            </a:r>
            <a:r>
              <a:rPr dirty="0" err="1"/>
              <a:t>pena</a:t>
            </a:r>
            <a:r>
              <a:rPr dirty="0"/>
              <a:t> </a:t>
            </a:r>
            <a:r>
              <a:rPr dirty="0" err="1"/>
              <a:t>construir</a:t>
            </a:r>
            <a:r>
              <a:rPr dirty="0"/>
              <a:t>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inverter a </a:t>
            </a:r>
            <a:r>
              <a:rPr dirty="0" err="1"/>
              <a:t>lógica</a:t>
            </a:r>
            <a:r>
              <a:rPr dirty="0"/>
              <a:t> '</a:t>
            </a:r>
            <a:r>
              <a:rPr dirty="0" err="1"/>
              <a:t>empresa</a:t>
            </a:r>
            <a:r>
              <a:rPr dirty="0"/>
              <a:t> se </a:t>
            </a:r>
            <a:r>
              <a:rPr dirty="0" err="1"/>
              <a:t>adapta</a:t>
            </a:r>
            <a:r>
              <a:rPr dirty="0"/>
              <a:t> </a:t>
            </a:r>
            <a:r>
              <a:rPr dirty="0" err="1"/>
              <a:t>ao</a:t>
            </a:r>
            <a:r>
              <a:rPr dirty="0"/>
              <a:t> software' e </a:t>
            </a:r>
            <a:r>
              <a:rPr dirty="0" err="1"/>
              <a:t>reforçar</a:t>
            </a:r>
            <a:r>
              <a:rPr dirty="0"/>
              <a:t> a </a:t>
            </a:r>
            <a:r>
              <a:rPr dirty="0" err="1"/>
              <a:t>parceria</a:t>
            </a:r>
            <a:r>
              <a:rPr dirty="0"/>
              <a:t>. ≈ 50s</a:t>
            </a:r>
          </a:p>
          <a:p>
            <a:endParaRPr dirty="0"/>
          </a:p>
          <a:p>
            <a:r>
              <a:rPr dirty="0"/>
              <a:t>Segunda </a:t>
            </a:r>
            <a:r>
              <a:rPr dirty="0" err="1"/>
              <a:t>frente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Hoje</a:t>
            </a:r>
            <a:r>
              <a:rPr dirty="0"/>
              <a:t>, a </a:t>
            </a:r>
            <a:r>
              <a:rPr dirty="0" err="1"/>
              <a:t>informação</a:t>
            </a:r>
            <a:r>
              <a:rPr dirty="0"/>
              <a:t> da </a:t>
            </a:r>
            <a:r>
              <a:rPr dirty="0" err="1"/>
              <a:t>sua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mora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lugares</a:t>
            </a:r>
            <a:r>
              <a:rPr dirty="0"/>
              <a:t> </a:t>
            </a:r>
            <a:r>
              <a:rPr dirty="0" err="1"/>
              <a:t>demais</a:t>
            </a:r>
            <a:r>
              <a:rPr dirty="0"/>
              <a:t> —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aí</a:t>
            </a:r>
            <a:r>
              <a:rPr dirty="0"/>
              <a:t> no slide: </a:t>
            </a:r>
            <a:r>
              <a:rPr dirty="0" err="1"/>
              <a:t>planilha</a:t>
            </a:r>
            <a:r>
              <a:rPr dirty="0"/>
              <a:t>, ERP, e-mail, </a:t>
            </a:r>
            <a:r>
              <a:rPr dirty="0" err="1"/>
              <a:t>documento</a:t>
            </a:r>
            <a:r>
              <a:rPr dirty="0"/>
              <a:t>... e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cabeça</a:t>
            </a:r>
            <a:r>
              <a:rPr dirty="0"/>
              <a:t> de </a:t>
            </a:r>
            <a:r>
              <a:rPr dirty="0" err="1"/>
              <a:t>gente</a:t>
            </a:r>
            <a:r>
              <a:rPr dirty="0"/>
              <a:t> boa. Software </a:t>
            </a:r>
            <a:r>
              <a:rPr dirty="0" err="1"/>
              <a:t>genérico</a:t>
            </a:r>
            <a:r>
              <a:rPr dirty="0"/>
              <a:t> </a:t>
            </a:r>
            <a:r>
              <a:rPr dirty="0" err="1"/>
              <a:t>obriga</a:t>
            </a:r>
            <a:r>
              <a:rPr dirty="0"/>
              <a:t> a SUA </a:t>
            </a:r>
            <a:r>
              <a:rPr dirty="0" err="1"/>
              <a:t>empresa</a:t>
            </a:r>
            <a:r>
              <a:rPr dirty="0"/>
              <a:t> a se </a:t>
            </a:r>
            <a:r>
              <a:rPr dirty="0" err="1"/>
              <a:t>adaptar</a:t>
            </a:r>
            <a:r>
              <a:rPr dirty="0"/>
              <a:t> a ELE.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inverte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: </a:t>
            </a:r>
            <a:r>
              <a:rPr dirty="0" err="1"/>
              <a:t>constrói</a:t>
            </a:r>
            <a:r>
              <a:rPr dirty="0"/>
              <a:t> o </a:t>
            </a:r>
            <a:r>
              <a:rPr dirty="0" err="1"/>
              <a:t>sistema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volta do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processo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resultado</a:t>
            </a:r>
            <a:r>
              <a:rPr dirty="0"/>
              <a:t> é um </a:t>
            </a:r>
            <a:r>
              <a:rPr dirty="0" err="1"/>
              <a:t>lugar</a:t>
            </a:r>
            <a:r>
              <a:rPr dirty="0"/>
              <a:t> </a:t>
            </a:r>
            <a:r>
              <a:rPr dirty="0" err="1"/>
              <a:t>só</a:t>
            </a:r>
            <a:r>
              <a:rPr dirty="0"/>
              <a:t>, com a </a:t>
            </a:r>
            <a:r>
              <a:rPr dirty="0" err="1"/>
              <a:t>informação</a:t>
            </a:r>
            <a:r>
              <a:rPr dirty="0"/>
              <a:t> </a:t>
            </a:r>
            <a:r>
              <a:rPr dirty="0" err="1"/>
              <a:t>consolidada</a:t>
            </a:r>
            <a:r>
              <a:rPr dirty="0"/>
              <a:t> — e </a:t>
            </a:r>
            <a:r>
              <a:rPr dirty="0" err="1"/>
              <a:t>decisão</a:t>
            </a:r>
            <a:r>
              <a:rPr dirty="0"/>
              <a:t> com </a:t>
            </a:r>
            <a:r>
              <a:rPr dirty="0" err="1"/>
              <a:t>visibilidade</a:t>
            </a:r>
            <a:r>
              <a:rPr dirty="0"/>
              <a:t>, </a:t>
            </a:r>
            <a:r>
              <a:rPr dirty="0" err="1"/>
              <a:t>não</a:t>
            </a:r>
            <a:r>
              <a:rPr dirty="0"/>
              <a:t> no feeling.</a:t>
            </a:r>
          </a:p>
          <a:p>
            <a:endParaRPr dirty="0"/>
          </a:p>
          <a:p>
            <a:r>
              <a:rPr dirty="0"/>
              <a:t>E vale </a:t>
            </a:r>
            <a:r>
              <a:rPr dirty="0" err="1"/>
              <a:t>repetir</a:t>
            </a:r>
            <a:r>
              <a:rPr dirty="0"/>
              <a:t>: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precisa</a:t>
            </a:r>
            <a:r>
              <a:rPr dirty="0"/>
              <a:t> </a:t>
            </a:r>
            <a:r>
              <a:rPr dirty="0" err="1"/>
              <a:t>trazer</a:t>
            </a:r>
            <a:r>
              <a:rPr dirty="0"/>
              <a:t> a </a:t>
            </a:r>
            <a:r>
              <a:rPr dirty="0" err="1"/>
              <a:t>solução</a:t>
            </a:r>
            <a:r>
              <a:rPr dirty="0"/>
              <a:t> </a:t>
            </a:r>
            <a:r>
              <a:rPr dirty="0" err="1"/>
              <a:t>pronta</a:t>
            </a:r>
            <a:r>
              <a:rPr dirty="0"/>
              <a:t>.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conhece</a:t>
            </a:r>
            <a:r>
              <a:rPr dirty="0"/>
              <a:t>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negócio</a:t>
            </a:r>
            <a:r>
              <a:rPr dirty="0"/>
              <a:t>; </a:t>
            </a:r>
            <a:r>
              <a:rPr dirty="0" err="1"/>
              <a:t>nós</a:t>
            </a:r>
            <a:r>
              <a:rPr dirty="0"/>
              <a:t> </a:t>
            </a:r>
            <a:r>
              <a:rPr dirty="0" err="1"/>
              <a:t>conhecemos</a:t>
            </a:r>
            <a:r>
              <a:rPr dirty="0"/>
              <a:t> </a:t>
            </a:r>
            <a:r>
              <a:rPr dirty="0" err="1"/>
              <a:t>tecnologia</a:t>
            </a:r>
            <a:r>
              <a:rPr dirty="0"/>
              <a:t>. O </a:t>
            </a:r>
            <a:r>
              <a:rPr dirty="0" err="1"/>
              <a:t>desenho</a:t>
            </a:r>
            <a:r>
              <a:rPr dirty="0"/>
              <a:t>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faz</a:t>
            </a:r>
            <a:r>
              <a:rPr dirty="0"/>
              <a:t> junto.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desfazer</a:t>
            </a:r>
            <a:r>
              <a:rPr dirty="0"/>
              <a:t> o mal-</a:t>
            </a:r>
            <a:r>
              <a:rPr dirty="0" err="1"/>
              <a:t>entendido</a:t>
            </a:r>
            <a:r>
              <a:rPr dirty="0"/>
              <a:t> '</a:t>
            </a:r>
            <a:r>
              <a:rPr dirty="0" err="1"/>
              <a:t>agente</a:t>
            </a:r>
            <a:r>
              <a:rPr dirty="0"/>
              <a:t> = chatbot' e </a:t>
            </a:r>
            <a:r>
              <a:rPr dirty="0" err="1"/>
              <a:t>tranquilizar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</a:t>
            </a:r>
            <a:r>
              <a:rPr dirty="0" err="1"/>
              <a:t>controle</a:t>
            </a:r>
            <a:r>
              <a:rPr dirty="0"/>
              <a:t>. ≈ 50s</a:t>
            </a:r>
          </a:p>
          <a:p>
            <a:endParaRPr dirty="0"/>
          </a:p>
          <a:p>
            <a:r>
              <a:rPr dirty="0"/>
              <a:t>Terceira </a:t>
            </a:r>
            <a:r>
              <a:rPr dirty="0" err="1"/>
              <a:t>frente</a:t>
            </a:r>
            <a:r>
              <a:rPr dirty="0"/>
              <a:t> — e </a:t>
            </a:r>
            <a:r>
              <a:rPr dirty="0" err="1"/>
              <a:t>aqui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preciso</a:t>
            </a:r>
            <a:r>
              <a:rPr dirty="0"/>
              <a:t> </a:t>
            </a:r>
            <a:r>
              <a:rPr dirty="0" err="1"/>
              <a:t>desfazer</a:t>
            </a:r>
            <a:r>
              <a:rPr dirty="0"/>
              <a:t> um mal-</a:t>
            </a:r>
            <a:r>
              <a:rPr dirty="0" err="1"/>
              <a:t>entendido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Agente</a:t>
            </a:r>
            <a:r>
              <a:rPr dirty="0"/>
              <a:t> de IA </a:t>
            </a:r>
            <a:r>
              <a:rPr dirty="0" err="1"/>
              <a:t>não</a:t>
            </a:r>
            <a:r>
              <a:rPr dirty="0"/>
              <a:t> é chatbot. É software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executa</a:t>
            </a:r>
            <a:r>
              <a:rPr dirty="0"/>
              <a:t> </a:t>
            </a:r>
            <a:r>
              <a:rPr dirty="0" err="1"/>
              <a:t>etapas</a:t>
            </a:r>
            <a:r>
              <a:rPr dirty="0"/>
              <a:t> de um </a:t>
            </a:r>
            <a:r>
              <a:rPr dirty="0" err="1"/>
              <a:t>processo</a:t>
            </a:r>
            <a:r>
              <a:rPr dirty="0"/>
              <a:t>: </a:t>
            </a:r>
            <a:r>
              <a:rPr dirty="0" err="1"/>
              <a:t>interpreta</a:t>
            </a:r>
            <a:r>
              <a:rPr dirty="0"/>
              <a:t> </a:t>
            </a:r>
            <a:r>
              <a:rPr dirty="0" err="1"/>
              <a:t>informação</a:t>
            </a:r>
            <a:r>
              <a:rPr dirty="0"/>
              <a:t>, </a:t>
            </a:r>
            <a:r>
              <a:rPr dirty="0" err="1"/>
              <a:t>acessa</a:t>
            </a:r>
            <a:r>
              <a:rPr dirty="0"/>
              <a:t> as ferramentas </a:t>
            </a:r>
            <a:r>
              <a:rPr dirty="0" err="1"/>
              <a:t>que</a:t>
            </a:r>
            <a:r>
              <a:rPr dirty="0"/>
              <a:t> VOCÊ </a:t>
            </a:r>
            <a:r>
              <a:rPr dirty="0" err="1"/>
              <a:t>autorizar</a:t>
            </a:r>
            <a:r>
              <a:rPr dirty="0"/>
              <a:t> — CRM, ERP, WhatsApp, e-mail, </a:t>
            </a:r>
            <a:r>
              <a:rPr dirty="0" err="1"/>
              <a:t>documentos</a:t>
            </a:r>
            <a:r>
              <a:rPr dirty="0"/>
              <a:t> — e </a:t>
            </a:r>
            <a:r>
              <a:rPr dirty="0" err="1"/>
              <a:t>faz</a:t>
            </a:r>
            <a:r>
              <a:rPr dirty="0"/>
              <a:t> o </a:t>
            </a:r>
            <a:r>
              <a:rPr dirty="0" err="1"/>
              <a:t>trabalho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Com </a:t>
            </a:r>
            <a:r>
              <a:rPr dirty="0" err="1"/>
              <a:t>escopo</a:t>
            </a:r>
            <a:r>
              <a:rPr dirty="0"/>
              <a:t> </a:t>
            </a:r>
            <a:r>
              <a:rPr dirty="0" err="1"/>
              <a:t>definido</a:t>
            </a:r>
            <a:r>
              <a:rPr dirty="0"/>
              <a:t>, com </a:t>
            </a:r>
            <a:r>
              <a:rPr dirty="0" err="1"/>
              <a:t>regras</a:t>
            </a:r>
            <a:r>
              <a:rPr dirty="0"/>
              <a:t>, com </a:t>
            </a:r>
            <a:r>
              <a:rPr dirty="0" err="1"/>
              <a:t>permissões</a:t>
            </a:r>
            <a:r>
              <a:rPr dirty="0"/>
              <a:t>. E </a:t>
            </a:r>
            <a:r>
              <a:rPr dirty="0" err="1"/>
              <a:t>quando</a:t>
            </a:r>
            <a:r>
              <a:rPr dirty="0"/>
              <a:t> o </a:t>
            </a:r>
            <a:r>
              <a:rPr dirty="0" err="1"/>
              <a:t>assunto</a:t>
            </a:r>
            <a:r>
              <a:rPr dirty="0"/>
              <a:t> </a:t>
            </a:r>
            <a:r>
              <a:rPr dirty="0" err="1"/>
              <a:t>precisa</a:t>
            </a:r>
            <a:r>
              <a:rPr dirty="0"/>
              <a:t> de </a:t>
            </a:r>
            <a:r>
              <a:rPr dirty="0" err="1"/>
              <a:t>gente</a:t>
            </a:r>
            <a:r>
              <a:rPr dirty="0"/>
              <a:t>,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passa</a:t>
            </a:r>
            <a:r>
              <a:rPr dirty="0"/>
              <a:t> para </a:t>
            </a:r>
            <a:r>
              <a:rPr dirty="0" err="1"/>
              <a:t>gente</a:t>
            </a:r>
            <a:r>
              <a:rPr dirty="0"/>
              <a:t> —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aí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saída</a:t>
            </a:r>
            <a:r>
              <a:rPr dirty="0"/>
              <a:t> de </a:t>
            </a:r>
            <a:r>
              <a:rPr dirty="0" err="1"/>
              <a:t>baixo</a:t>
            </a:r>
            <a:r>
              <a:rPr dirty="0"/>
              <a:t> do </a:t>
            </a:r>
            <a:r>
              <a:rPr dirty="0" err="1"/>
              <a:t>diagrama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Autonomia</a:t>
            </a:r>
            <a:r>
              <a:rPr dirty="0"/>
              <a:t> com </a:t>
            </a:r>
            <a:r>
              <a:rPr dirty="0" err="1"/>
              <a:t>controle</a:t>
            </a:r>
            <a:r>
              <a:rPr dirty="0"/>
              <a:t>. Sempre </a:t>
            </a:r>
            <a:r>
              <a:rPr dirty="0" err="1"/>
              <a:t>nessa</a:t>
            </a:r>
            <a:r>
              <a:rPr dirty="0"/>
              <a:t> </a:t>
            </a:r>
            <a:r>
              <a:rPr dirty="0" err="1"/>
              <a:t>ordem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tornar</a:t>
            </a:r>
            <a:r>
              <a:rPr dirty="0"/>
              <a:t> </a:t>
            </a:r>
            <a:r>
              <a:rPr dirty="0" err="1"/>
              <a:t>concreto</a:t>
            </a:r>
            <a:r>
              <a:rPr dirty="0"/>
              <a:t> —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cenas</a:t>
            </a:r>
            <a:r>
              <a:rPr dirty="0"/>
              <a:t> do </a:t>
            </a:r>
            <a:r>
              <a:rPr dirty="0" err="1"/>
              <a:t>dia</a:t>
            </a:r>
            <a:r>
              <a:rPr dirty="0"/>
              <a:t> a </a:t>
            </a:r>
            <a:r>
              <a:rPr dirty="0" err="1"/>
              <a:t>dia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a plateia </a:t>
            </a:r>
            <a:r>
              <a:rPr dirty="0" err="1"/>
              <a:t>reconhece</a:t>
            </a:r>
            <a:r>
              <a:rPr dirty="0"/>
              <a:t>. ≈ 50s</a:t>
            </a:r>
          </a:p>
          <a:p>
            <a:endParaRPr dirty="0"/>
          </a:p>
          <a:p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lugares</a:t>
            </a:r>
            <a:r>
              <a:rPr dirty="0"/>
              <a:t> </a:t>
            </a:r>
            <a:r>
              <a:rPr dirty="0" err="1"/>
              <a:t>onde</a:t>
            </a:r>
            <a:r>
              <a:rPr dirty="0"/>
              <a:t>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fica</a:t>
            </a:r>
            <a:r>
              <a:rPr dirty="0"/>
              <a:t> </a:t>
            </a:r>
            <a:r>
              <a:rPr dirty="0" err="1"/>
              <a:t>concreto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No </a:t>
            </a:r>
            <a:r>
              <a:rPr dirty="0" err="1"/>
              <a:t>atendimento</a:t>
            </a:r>
            <a:r>
              <a:rPr dirty="0"/>
              <a:t>: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responde</a:t>
            </a:r>
            <a:r>
              <a:rPr dirty="0"/>
              <a:t>, consulta as </a:t>
            </a:r>
            <a:r>
              <a:rPr dirty="0" err="1"/>
              <a:t>informações</a:t>
            </a:r>
            <a:r>
              <a:rPr dirty="0"/>
              <a:t>, </a:t>
            </a:r>
            <a:r>
              <a:rPr dirty="0" err="1"/>
              <a:t>registra</a:t>
            </a:r>
            <a:r>
              <a:rPr dirty="0"/>
              <a:t> </a:t>
            </a:r>
            <a:r>
              <a:rPr dirty="0" err="1"/>
              <a:t>tudo</a:t>
            </a:r>
            <a:r>
              <a:rPr dirty="0"/>
              <a:t> no CRM — e chama um </a:t>
            </a:r>
            <a:r>
              <a:rPr dirty="0" err="1"/>
              <a:t>humano</a:t>
            </a:r>
            <a:r>
              <a:rPr dirty="0"/>
              <a:t> </a:t>
            </a:r>
            <a:r>
              <a:rPr dirty="0" err="1"/>
              <a:t>quando</a:t>
            </a:r>
            <a:r>
              <a:rPr dirty="0"/>
              <a:t> a conversa </a:t>
            </a:r>
            <a:r>
              <a:rPr dirty="0" err="1"/>
              <a:t>pede</a:t>
            </a:r>
            <a:r>
              <a:rPr dirty="0"/>
              <a:t> um </a:t>
            </a:r>
            <a:r>
              <a:rPr dirty="0" err="1"/>
              <a:t>humano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Em </a:t>
            </a:r>
            <a:r>
              <a:rPr dirty="0" err="1"/>
              <a:t>vendas</a:t>
            </a:r>
            <a:r>
              <a:rPr dirty="0"/>
              <a:t>: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pesquisa</a:t>
            </a:r>
            <a:r>
              <a:rPr dirty="0"/>
              <a:t> o lead, </a:t>
            </a:r>
            <a:r>
              <a:rPr dirty="0" err="1"/>
              <a:t>qualifica</a:t>
            </a:r>
            <a:r>
              <a:rPr dirty="0"/>
              <a:t>, </a:t>
            </a:r>
            <a:r>
              <a:rPr dirty="0" err="1"/>
              <a:t>prepara</a:t>
            </a:r>
            <a:r>
              <a:rPr dirty="0"/>
              <a:t> o follow-up — o </a:t>
            </a:r>
            <a:r>
              <a:rPr dirty="0" err="1"/>
              <a:t>vendedor</a:t>
            </a:r>
            <a:r>
              <a:rPr dirty="0"/>
              <a:t> </a:t>
            </a:r>
            <a:r>
              <a:rPr dirty="0" err="1"/>
              <a:t>chega</a:t>
            </a:r>
            <a:r>
              <a:rPr dirty="0"/>
              <a:t> </a:t>
            </a:r>
            <a:r>
              <a:rPr dirty="0" err="1"/>
              <a:t>na</a:t>
            </a:r>
            <a:r>
              <a:rPr dirty="0"/>
              <a:t> conversa pronto,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vez</a:t>
            </a:r>
            <a:r>
              <a:rPr dirty="0"/>
              <a:t> de </a:t>
            </a:r>
            <a:r>
              <a:rPr dirty="0" err="1"/>
              <a:t>gastar</a:t>
            </a:r>
            <a:r>
              <a:rPr dirty="0"/>
              <a:t> a </a:t>
            </a:r>
            <a:r>
              <a:rPr dirty="0" err="1"/>
              <a:t>manhã</a:t>
            </a:r>
            <a:r>
              <a:rPr dirty="0"/>
              <a:t> </a:t>
            </a:r>
            <a:r>
              <a:rPr dirty="0" err="1"/>
              <a:t>pesquisando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Na </a:t>
            </a:r>
            <a:r>
              <a:rPr dirty="0" err="1"/>
              <a:t>operação</a:t>
            </a:r>
            <a:r>
              <a:rPr dirty="0"/>
              <a:t>: </a:t>
            </a:r>
            <a:r>
              <a:rPr dirty="0" err="1"/>
              <a:t>ele</a:t>
            </a:r>
            <a:r>
              <a:rPr dirty="0"/>
              <a:t> </a:t>
            </a:r>
            <a:r>
              <a:rPr dirty="0" err="1"/>
              <a:t>lê</a:t>
            </a:r>
            <a:r>
              <a:rPr dirty="0"/>
              <a:t> </a:t>
            </a:r>
            <a:r>
              <a:rPr dirty="0" err="1"/>
              <a:t>sistemas</a:t>
            </a:r>
            <a:r>
              <a:rPr dirty="0"/>
              <a:t> e </a:t>
            </a:r>
            <a:r>
              <a:rPr dirty="0" err="1"/>
              <a:t>documentos</a:t>
            </a:r>
            <a:r>
              <a:rPr dirty="0"/>
              <a:t>, </a:t>
            </a:r>
            <a:r>
              <a:rPr dirty="0" err="1"/>
              <a:t>consolida</a:t>
            </a:r>
            <a:r>
              <a:rPr dirty="0"/>
              <a:t>, </a:t>
            </a:r>
            <a:r>
              <a:rPr dirty="0" err="1"/>
              <a:t>analisa</a:t>
            </a:r>
            <a:r>
              <a:rPr dirty="0"/>
              <a:t> e age.</a:t>
            </a:r>
          </a:p>
          <a:p>
            <a:endParaRPr dirty="0"/>
          </a:p>
          <a:p>
            <a:r>
              <a:rPr dirty="0" err="1"/>
              <a:t>Repara</a:t>
            </a:r>
            <a:r>
              <a:rPr dirty="0"/>
              <a:t> no </a:t>
            </a:r>
            <a:r>
              <a:rPr dirty="0" err="1"/>
              <a:t>padrão</a:t>
            </a:r>
            <a:r>
              <a:rPr dirty="0"/>
              <a:t> das </a:t>
            </a:r>
            <a:r>
              <a:rPr dirty="0" err="1"/>
              <a:t>três</a:t>
            </a:r>
            <a:r>
              <a:rPr dirty="0"/>
              <a:t> </a:t>
            </a:r>
            <a:r>
              <a:rPr dirty="0" err="1"/>
              <a:t>colunas</a:t>
            </a:r>
            <a:r>
              <a:rPr dirty="0"/>
              <a:t>: o </a:t>
            </a:r>
            <a:r>
              <a:rPr dirty="0" err="1"/>
              <a:t>agente</a:t>
            </a:r>
            <a:r>
              <a:rPr dirty="0"/>
              <a:t> </a:t>
            </a:r>
            <a:r>
              <a:rPr dirty="0" err="1"/>
              <a:t>fica</a:t>
            </a:r>
            <a:r>
              <a:rPr dirty="0"/>
              <a:t> com o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repetitivo</a:t>
            </a:r>
            <a:r>
              <a:rPr dirty="0"/>
              <a:t>; as </a:t>
            </a:r>
            <a:r>
              <a:rPr dirty="0" err="1"/>
              <a:t>pessoas</a:t>
            </a:r>
            <a:r>
              <a:rPr dirty="0"/>
              <a:t> </a:t>
            </a:r>
            <a:r>
              <a:rPr dirty="0" err="1"/>
              <a:t>ficam</a:t>
            </a:r>
            <a:r>
              <a:rPr dirty="0"/>
              <a:t> com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exige</a:t>
            </a:r>
            <a:r>
              <a:rPr dirty="0"/>
              <a:t> </a:t>
            </a:r>
            <a:r>
              <a:rPr dirty="0" err="1"/>
              <a:t>gente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reduzir</a:t>
            </a:r>
            <a:r>
              <a:rPr dirty="0"/>
              <a:t> o </a:t>
            </a:r>
            <a:r>
              <a:rPr dirty="0" err="1"/>
              <a:t>risco</a:t>
            </a:r>
            <a:r>
              <a:rPr dirty="0"/>
              <a:t> </a:t>
            </a:r>
            <a:r>
              <a:rPr dirty="0" err="1"/>
              <a:t>percebido</a:t>
            </a:r>
            <a:r>
              <a:rPr dirty="0"/>
              <a:t> — </a:t>
            </a:r>
            <a:r>
              <a:rPr dirty="0" err="1"/>
              <a:t>processo</a:t>
            </a:r>
            <a:r>
              <a:rPr dirty="0"/>
              <a:t> claro, </a:t>
            </a:r>
            <a:r>
              <a:rPr dirty="0" err="1"/>
              <a:t>ciclos</a:t>
            </a:r>
            <a:r>
              <a:rPr dirty="0"/>
              <a:t> </a:t>
            </a:r>
            <a:r>
              <a:rPr dirty="0" err="1"/>
              <a:t>curtos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sumiço</a:t>
            </a:r>
            <a:r>
              <a:rPr dirty="0"/>
              <a:t>. ≈ 45s</a:t>
            </a:r>
          </a:p>
          <a:p>
            <a:endParaRPr dirty="0"/>
          </a:p>
          <a:p>
            <a:r>
              <a:rPr dirty="0"/>
              <a:t>E </a:t>
            </a:r>
            <a:r>
              <a:rPr dirty="0" err="1"/>
              <a:t>como</a:t>
            </a:r>
            <a:r>
              <a:rPr dirty="0"/>
              <a:t> é </a:t>
            </a:r>
            <a:r>
              <a:rPr dirty="0" err="1"/>
              <a:t>trabalhar</a:t>
            </a:r>
            <a:r>
              <a:rPr dirty="0"/>
              <a:t> com a </a:t>
            </a:r>
            <a:r>
              <a:rPr dirty="0" err="1"/>
              <a:t>gente</a:t>
            </a:r>
            <a:r>
              <a:rPr dirty="0"/>
              <a:t>? Cinco </a:t>
            </a:r>
            <a:r>
              <a:rPr dirty="0" err="1"/>
              <a:t>passos</a:t>
            </a:r>
            <a:r>
              <a:rPr dirty="0"/>
              <a:t>,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mistério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Entender</a:t>
            </a:r>
            <a:r>
              <a:rPr dirty="0"/>
              <a:t>: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senta</a:t>
            </a:r>
            <a:r>
              <a:rPr dirty="0"/>
              <a:t> junto e </a:t>
            </a:r>
            <a:r>
              <a:rPr dirty="0" err="1"/>
              <a:t>mapeia</a:t>
            </a:r>
            <a:r>
              <a:rPr dirty="0"/>
              <a:t> </a:t>
            </a:r>
            <a:r>
              <a:rPr dirty="0" err="1"/>
              <a:t>problema</a:t>
            </a:r>
            <a:r>
              <a:rPr dirty="0"/>
              <a:t>, </a:t>
            </a:r>
            <a:r>
              <a:rPr dirty="0" err="1"/>
              <a:t>impacto</a:t>
            </a:r>
            <a:r>
              <a:rPr dirty="0"/>
              <a:t> e </a:t>
            </a:r>
            <a:r>
              <a:rPr dirty="0" err="1"/>
              <a:t>contexto</a:t>
            </a:r>
            <a:r>
              <a:rPr dirty="0"/>
              <a:t>. </a:t>
            </a:r>
            <a:r>
              <a:rPr dirty="0" err="1"/>
              <a:t>Desenhar</a:t>
            </a:r>
            <a:r>
              <a:rPr dirty="0"/>
              <a:t>: </a:t>
            </a:r>
            <a:r>
              <a:rPr dirty="0" err="1"/>
              <a:t>solução</a:t>
            </a:r>
            <a:r>
              <a:rPr dirty="0"/>
              <a:t>, </a:t>
            </a:r>
            <a:r>
              <a:rPr dirty="0" err="1"/>
              <a:t>experiência</a:t>
            </a:r>
            <a:r>
              <a:rPr dirty="0"/>
              <a:t>, </a:t>
            </a:r>
            <a:r>
              <a:rPr dirty="0" err="1"/>
              <a:t>arquitetura</a:t>
            </a:r>
            <a:r>
              <a:rPr dirty="0"/>
              <a:t>. </a:t>
            </a:r>
            <a:r>
              <a:rPr dirty="0" err="1"/>
              <a:t>Construir</a:t>
            </a:r>
            <a:r>
              <a:rPr dirty="0"/>
              <a:t>: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ciclos</a:t>
            </a:r>
            <a:r>
              <a:rPr dirty="0"/>
              <a:t> </a:t>
            </a:r>
            <a:r>
              <a:rPr dirty="0" err="1"/>
              <a:t>curtos</a:t>
            </a:r>
            <a:r>
              <a:rPr dirty="0"/>
              <a:t> —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vê</a:t>
            </a:r>
            <a:r>
              <a:rPr dirty="0"/>
              <a:t> o software crescendo e </a:t>
            </a:r>
            <a:r>
              <a:rPr dirty="0" err="1"/>
              <a:t>valida</a:t>
            </a:r>
            <a:r>
              <a:rPr dirty="0"/>
              <a:t> no </a:t>
            </a:r>
            <a:r>
              <a:rPr dirty="0" err="1"/>
              <a:t>caminho</a:t>
            </a:r>
            <a:r>
              <a:rPr dirty="0"/>
              <a:t>;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some seis meses para </a:t>
            </a:r>
            <a:r>
              <a:rPr dirty="0" err="1"/>
              <a:t>voltar</a:t>
            </a:r>
            <a:r>
              <a:rPr dirty="0"/>
              <a:t> com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surpresa</a:t>
            </a:r>
            <a:r>
              <a:rPr dirty="0"/>
              <a:t>. </a:t>
            </a:r>
            <a:r>
              <a:rPr dirty="0" err="1"/>
              <a:t>Implantar</a:t>
            </a:r>
            <a:r>
              <a:rPr dirty="0"/>
              <a:t>: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 real, com quem </a:t>
            </a:r>
            <a:r>
              <a:rPr dirty="0" err="1"/>
              <a:t>usa</a:t>
            </a:r>
            <a:r>
              <a:rPr dirty="0"/>
              <a:t> de </a:t>
            </a:r>
            <a:r>
              <a:rPr dirty="0" err="1"/>
              <a:t>verdade</a:t>
            </a:r>
            <a:r>
              <a:rPr dirty="0"/>
              <a:t>. E </a:t>
            </a:r>
            <a:r>
              <a:rPr dirty="0" err="1"/>
              <a:t>evoluir</a:t>
            </a:r>
            <a:r>
              <a:rPr dirty="0"/>
              <a:t>: </a:t>
            </a:r>
            <a:r>
              <a:rPr dirty="0" err="1"/>
              <a:t>porque</a:t>
            </a:r>
            <a:r>
              <a:rPr dirty="0"/>
              <a:t> software </a:t>
            </a:r>
            <a:r>
              <a:rPr dirty="0" err="1"/>
              <a:t>bom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termina — </a:t>
            </a:r>
            <a:r>
              <a:rPr dirty="0" err="1"/>
              <a:t>acompanha</a:t>
            </a:r>
            <a:r>
              <a:rPr dirty="0"/>
              <a:t> o </a:t>
            </a:r>
            <a:r>
              <a:rPr dirty="0" err="1"/>
              <a:t>negócio</a:t>
            </a:r>
            <a:r>
              <a:rPr dirty="0"/>
              <a:t>.</a:t>
            </a:r>
          </a:p>
          <a:p>
            <a:endParaRPr dirty="0"/>
          </a:p>
          <a:p>
            <a:r>
              <a:rPr dirty="0"/>
              <a:t>Em </a:t>
            </a:r>
            <a:r>
              <a:rPr dirty="0" err="1"/>
              <a:t>cada</a:t>
            </a:r>
            <a:r>
              <a:rPr dirty="0"/>
              <a:t> </a:t>
            </a:r>
            <a:r>
              <a:rPr dirty="0" err="1"/>
              <a:t>ciclo</a:t>
            </a:r>
            <a:r>
              <a:rPr dirty="0"/>
              <a:t> </a:t>
            </a:r>
            <a:r>
              <a:rPr dirty="0" err="1"/>
              <a:t>você</a:t>
            </a:r>
            <a:r>
              <a:rPr dirty="0"/>
              <a:t> sabe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sendo</a:t>
            </a:r>
            <a:r>
              <a:rPr dirty="0"/>
              <a:t> </a:t>
            </a:r>
            <a:r>
              <a:rPr dirty="0" err="1"/>
              <a:t>feito</a:t>
            </a:r>
            <a:r>
              <a:rPr dirty="0"/>
              <a:t>,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quê</a:t>
            </a:r>
            <a:r>
              <a:rPr dirty="0"/>
              <a:t>, e o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vem</a:t>
            </a:r>
            <a:r>
              <a:rPr dirty="0"/>
              <a:t> </a:t>
            </a:r>
            <a:r>
              <a:rPr dirty="0" err="1"/>
              <a:t>depois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Objetivo</a:t>
            </a:r>
            <a:r>
              <a:rPr dirty="0"/>
              <a:t>: </a:t>
            </a:r>
            <a:r>
              <a:rPr dirty="0" err="1"/>
              <a:t>qualificar</a:t>
            </a:r>
            <a:r>
              <a:rPr dirty="0"/>
              <a:t> com </a:t>
            </a:r>
            <a:r>
              <a:rPr dirty="0" err="1"/>
              <a:t>franqueza</a:t>
            </a:r>
            <a:r>
              <a:rPr dirty="0"/>
              <a:t> — quem </a:t>
            </a:r>
            <a:r>
              <a:rPr dirty="0" err="1"/>
              <a:t>tem</a:t>
            </a:r>
            <a:r>
              <a:rPr dirty="0"/>
              <a:t> fit se </a:t>
            </a:r>
            <a:r>
              <a:rPr dirty="0" err="1"/>
              <a:t>reconhece</a:t>
            </a:r>
            <a:r>
              <a:rPr dirty="0"/>
              <a:t> e se </a:t>
            </a:r>
            <a:r>
              <a:rPr dirty="0" err="1"/>
              <a:t>inclina</a:t>
            </a:r>
            <a:r>
              <a:rPr dirty="0"/>
              <a:t>. ≈ 40s</a:t>
            </a:r>
          </a:p>
          <a:p>
            <a:endParaRPr dirty="0"/>
          </a:p>
          <a:p>
            <a:r>
              <a:rPr dirty="0" err="1"/>
              <a:t>Sendo</a:t>
            </a:r>
            <a:r>
              <a:rPr dirty="0"/>
              <a:t> </a:t>
            </a:r>
            <a:r>
              <a:rPr dirty="0" err="1"/>
              <a:t>bem</a:t>
            </a:r>
            <a:r>
              <a:rPr dirty="0"/>
              <a:t> </a:t>
            </a:r>
            <a:r>
              <a:rPr dirty="0" err="1"/>
              <a:t>direto</a:t>
            </a:r>
            <a:r>
              <a:rPr dirty="0"/>
              <a:t> </a:t>
            </a:r>
            <a:r>
              <a:rPr dirty="0" err="1"/>
              <a:t>sobre</a:t>
            </a:r>
            <a:r>
              <a:rPr dirty="0"/>
              <a:t> para quem </a:t>
            </a:r>
            <a:r>
              <a:rPr dirty="0" err="1"/>
              <a:t>isso</a:t>
            </a:r>
            <a:r>
              <a:rPr dirty="0"/>
              <a:t> </a:t>
            </a:r>
            <a:r>
              <a:rPr dirty="0" err="1"/>
              <a:t>funciona</a:t>
            </a:r>
            <a:r>
              <a:rPr dirty="0"/>
              <a:t>: o </a:t>
            </a:r>
            <a:r>
              <a:rPr dirty="0" err="1"/>
              <a:t>nosso</a:t>
            </a:r>
            <a:r>
              <a:rPr dirty="0"/>
              <a:t> </a:t>
            </a:r>
            <a:r>
              <a:rPr dirty="0" err="1"/>
              <a:t>trabalho</a:t>
            </a:r>
            <a:r>
              <a:rPr dirty="0"/>
              <a:t> </a:t>
            </a:r>
            <a:r>
              <a:rPr dirty="0" err="1"/>
              <a:t>rende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funciona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já</a:t>
            </a:r>
            <a:r>
              <a:rPr dirty="0"/>
              <a:t> </a:t>
            </a:r>
            <a:r>
              <a:rPr dirty="0" err="1"/>
              <a:t>tem</a:t>
            </a:r>
            <a:r>
              <a:rPr dirty="0"/>
              <a:t> </a:t>
            </a:r>
            <a:r>
              <a:rPr dirty="0" err="1"/>
              <a:t>operação</a:t>
            </a:r>
            <a:r>
              <a:rPr dirty="0"/>
              <a:t>, </a:t>
            </a:r>
            <a:r>
              <a:rPr dirty="0" err="1"/>
              <a:t>clientes</a:t>
            </a:r>
            <a:r>
              <a:rPr dirty="0"/>
              <a:t>, time — e sente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tecnologia</a:t>
            </a:r>
            <a:r>
              <a:rPr dirty="0"/>
              <a:t> </a:t>
            </a:r>
            <a:r>
              <a:rPr dirty="0" err="1"/>
              <a:t>virou</a:t>
            </a:r>
            <a:r>
              <a:rPr dirty="0"/>
              <a:t> o </a:t>
            </a:r>
            <a:r>
              <a:rPr dirty="0" err="1"/>
              <a:t>freio</a:t>
            </a:r>
            <a:r>
              <a:rPr dirty="0"/>
              <a:t>, e </a:t>
            </a:r>
            <a:r>
              <a:rPr dirty="0" err="1"/>
              <a:t>não</a:t>
            </a:r>
            <a:r>
              <a:rPr dirty="0"/>
              <a:t> o motor.</a:t>
            </a:r>
          </a:p>
          <a:p>
            <a:endParaRPr dirty="0"/>
          </a:p>
          <a:p>
            <a:r>
              <a:rPr dirty="0"/>
              <a:t>Se, </a:t>
            </a:r>
            <a:r>
              <a:rPr dirty="0" err="1"/>
              <a:t>enquanto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falava</a:t>
            </a:r>
            <a:r>
              <a:rPr dirty="0"/>
              <a:t>, </a:t>
            </a:r>
            <a:r>
              <a:rPr dirty="0" err="1"/>
              <a:t>você</a:t>
            </a:r>
            <a:r>
              <a:rPr dirty="0"/>
              <a:t> </a:t>
            </a:r>
            <a:r>
              <a:rPr dirty="0" err="1"/>
              <a:t>lembrou</a:t>
            </a:r>
            <a:r>
              <a:rPr dirty="0"/>
              <a:t> de um </a:t>
            </a:r>
            <a:r>
              <a:rPr dirty="0" err="1"/>
              <a:t>processo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escala</a:t>
            </a:r>
            <a:r>
              <a:rPr dirty="0"/>
              <a:t>, de </a:t>
            </a:r>
            <a:r>
              <a:rPr dirty="0" err="1"/>
              <a:t>sistemas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conversam</a:t>
            </a:r>
            <a:r>
              <a:rPr dirty="0"/>
              <a:t>, de dados </a:t>
            </a:r>
            <a:r>
              <a:rPr dirty="0" err="1"/>
              <a:t>espalhados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</a:t>
            </a:r>
            <a:r>
              <a:rPr dirty="0" err="1"/>
              <a:t>aí</a:t>
            </a:r>
            <a:r>
              <a:rPr dirty="0"/>
              <a:t>... </a:t>
            </a:r>
            <a:r>
              <a:rPr dirty="0" err="1"/>
              <a:t>provavelmente</a:t>
            </a:r>
            <a:r>
              <a:rPr dirty="0"/>
              <a:t> </a:t>
            </a:r>
            <a:r>
              <a:rPr dirty="0" err="1"/>
              <a:t>existe</a:t>
            </a:r>
            <a:r>
              <a:rPr dirty="0"/>
              <a:t> algo </a:t>
            </a:r>
            <a:r>
              <a:rPr dirty="0" err="1"/>
              <a:t>que</a:t>
            </a:r>
            <a:r>
              <a:rPr dirty="0"/>
              <a:t>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pode</a:t>
            </a:r>
            <a:r>
              <a:rPr dirty="0"/>
              <a:t> </a:t>
            </a:r>
            <a:r>
              <a:rPr dirty="0" err="1"/>
              <a:t>construir</a:t>
            </a:r>
            <a:r>
              <a:rPr dirty="0"/>
              <a:t> </a:t>
            </a:r>
            <a:r>
              <a:rPr dirty="0" err="1"/>
              <a:t>juntos</a:t>
            </a:r>
            <a:r>
              <a:rPr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Objetivo</a:t>
            </a:r>
            <a:r>
              <a:rPr dirty="0"/>
              <a:t>: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única</a:t>
            </a:r>
            <a:r>
              <a:rPr dirty="0"/>
              <a:t> </a:t>
            </a:r>
            <a:r>
              <a:rPr dirty="0" err="1"/>
              <a:t>pergunta</a:t>
            </a:r>
            <a:r>
              <a:rPr dirty="0"/>
              <a:t> + </a:t>
            </a:r>
            <a:r>
              <a:rPr dirty="0" err="1"/>
              <a:t>próximo</a:t>
            </a:r>
            <a:r>
              <a:rPr dirty="0"/>
              <a:t> </a:t>
            </a:r>
            <a:r>
              <a:rPr dirty="0" err="1"/>
              <a:t>passo</a:t>
            </a:r>
            <a:r>
              <a:rPr dirty="0"/>
              <a:t> simples. Termine e </a:t>
            </a:r>
            <a:r>
              <a:rPr dirty="0" err="1"/>
              <a:t>deixe</a:t>
            </a:r>
            <a:r>
              <a:rPr dirty="0"/>
              <a:t> a plateia </a:t>
            </a:r>
            <a:r>
              <a:rPr dirty="0" err="1"/>
              <a:t>falar</a:t>
            </a:r>
            <a:r>
              <a:rPr dirty="0"/>
              <a:t>. ≈ 40s</a:t>
            </a:r>
          </a:p>
          <a:p>
            <a:endParaRPr dirty="0"/>
          </a:p>
          <a:p>
            <a:r>
              <a:rPr dirty="0" err="1"/>
              <a:t>Então</a:t>
            </a:r>
            <a:r>
              <a:rPr dirty="0"/>
              <a:t> </a:t>
            </a:r>
            <a:r>
              <a:rPr dirty="0" err="1"/>
              <a:t>eu</a:t>
            </a:r>
            <a:r>
              <a:rPr dirty="0"/>
              <a:t> </a:t>
            </a:r>
            <a:r>
              <a:rPr dirty="0" err="1"/>
              <a:t>fecho</a:t>
            </a:r>
            <a:r>
              <a:rPr dirty="0"/>
              <a:t> com a </a:t>
            </a:r>
            <a:r>
              <a:rPr dirty="0" err="1"/>
              <a:t>única</a:t>
            </a:r>
            <a:r>
              <a:rPr dirty="0"/>
              <a:t> </a:t>
            </a:r>
            <a:r>
              <a:rPr dirty="0" err="1"/>
              <a:t>pergunta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</a:t>
            </a:r>
            <a:r>
              <a:rPr dirty="0" err="1"/>
              <a:t>importa</a:t>
            </a:r>
            <a:r>
              <a:rPr dirty="0"/>
              <a:t> </a:t>
            </a:r>
            <a:r>
              <a:rPr dirty="0" err="1"/>
              <a:t>hoje</a:t>
            </a:r>
            <a:r>
              <a:rPr dirty="0"/>
              <a:t>:</a:t>
            </a:r>
          </a:p>
          <a:p>
            <a:endParaRPr dirty="0"/>
          </a:p>
          <a:p>
            <a:r>
              <a:rPr dirty="0"/>
              <a:t>qual </a:t>
            </a:r>
            <a:r>
              <a:rPr dirty="0" err="1"/>
              <a:t>problema</a:t>
            </a:r>
            <a:r>
              <a:rPr dirty="0"/>
              <a:t> da SUA </a:t>
            </a:r>
            <a:r>
              <a:rPr dirty="0" err="1"/>
              <a:t>empresa</a:t>
            </a:r>
            <a:r>
              <a:rPr dirty="0"/>
              <a:t> </a:t>
            </a:r>
            <a:r>
              <a:rPr dirty="0" err="1"/>
              <a:t>valeria</a:t>
            </a:r>
            <a:r>
              <a:rPr dirty="0"/>
              <a:t> a </a:t>
            </a:r>
            <a:r>
              <a:rPr dirty="0" err="1"/>
              <a:t>pena</a:t>
            </a:r>
            <a:r>
              <a:rPr dirty="0"/>
              <a:t> resolver agora?</a:t>
            </a:r>
          </a:p>
          <a:p>
            <a:endParaRPr dirty="0"/>
          </a:p>
          <a:p>
            <a:r>
              <a:rPr dirty="0"/>
              <a:t>[pausa — </a:t>
            </a:r>
            <a:r>
              <a:rPr dirty="0" err="1"/>
              <a:t>deixe</a:t>
            </a:r>
            <a:r>
              <a:rPr dirty="0"/>
              <a:t> </a:t>
            </a:r>
            <a:r>
              <a:rPr dirty="0" err="1"/>
              <a:t>alguém</a:t>
            </a:r>
            <a:r>
              <a:rPr dirty="0"/>
              <a:t> responder; se </a:t>
            </a:r>
            <a:r>
              <a:rPr dirty="0" err="1"/>
              <a:t>ninguém</a:t>
            </a:r>
            <a:r>
              <a:rPr dirty="0"/>
              <a:t> responder, </a:t>
            </a:r>
            <a:r>
              <a:rPr dirty="0" err="1"/>
              <a:t>chame</a:t>
            </a:r>
            <a:r>
              <a:rPr dirty="0"/>
              <a:t> </a:t>
            </a:r>
            <a:r>
              <a:rPr dirty="0" err="1"/>
              <a:t>pelo</a:t>
            </a:r>
            <a:r>
              <a:rPr dirty="0"/>
              <a:t> </a:t>
            </a:r>
            <a:r>
              <a:rPr dirty="0" err="1"/>
              <a:t>nome</a:t>
            </a:r>
            <a:r>
              <a:rPr dirty="0"/>
              <a:t> quem </a:t>
            </a:r>
            <a:r>
              <a:rPr dirty="0" err="1"/>
              <a:t>demonstrou</a:t>
            </a:r>
            <a:r>
              <a:rPr dirty="0"/>
              <a:t> </a:t>
            </a:r>
            <a:r>
              <a:rPr dirty="0" err="1"/>
              <a:t>mais</a:t>
            </a:r>
            <a:r>
              <a:rPr dirty="0"/>
              <a:t> interesse]</a:t>
            </a:r>
          </a:p>
          <a:p>
            <a:endParaRPr dirty="0"/>
          </a:p>
          <a:p>
            <a:r>
              <a:rPr dirty="0" err="1"/>
              <a:t>Não</a:t>
            </a:r>
            <a:r>
              <a:rPr dirty="0"/>
              <a:t> </a:t>
            </a:r>
            <a:r>
              <a:rPr dirty="0" err="1"/>
              <a:t>precisa</a:t>
            </a:r>
            <a:r>
              <a:rPr dirty="0"/>
              <a:t> ser a </a:t>
            </a:r>
            <a:r>
              <a:rPr dirty="0" err="1"/>
              <a:t>resposta</a:t>
            </a:r>
            <a:r>
              <a:rPr dirty="0"/>
              <a:t> </a:t>
            </a:r>
            <a:r>
              <a:rPr dirty="0" err="1"/>
              <a:t>perfeita</a:t>
            </a:r>
            <a:r>
              <a:rPr dirty="0"/>
              <a:t>. Me </a:t>
            </a:r>
            <a:r>
              <a:rPr dirty="0" err="1"/>
              <a:t>conta</a:t>
            </a:r>
            <a:r>
              <a:rPr dirty="0"/>
              <a:t> o </a:t>
            </a:r>
            <a:r>
              <a:rPr dirty="0" err="1"/>
              <a:t>contexto</a:t>
            </a:r>
            <a:r>
              <a:rPr dirty="0"/>
              <a:t>, e a </a:t>
            </a:r>
            <a:r>
              <a:rPr dirty="0" err="1"/>
              <a:t>gente</a:t>
            </a:r>
            <a:r>
              <a:rPr dirty="0"/>
              <a:t> </a:t>
            </a:r>
            <a:r>
              <a:rPr dirty="0" err="1"/>
              <a:t>avalia</a:t>
            </a:r>
            <a:r>
              <a:rPr dirty="0"/>
              <a:t> junto se </a:t>
            </a:r>
            <a:r>
              <a:rPr dirty="0" err="1"/>
              <a:t>existe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solução</a:t>
            </a:r>
            <a:r>
              <a:rPr dirty="0"/>
              <a:t> com </a:t>
            </a:r>
            <a:r>
              <a:rPr dirty="0" err="1"/>
              <a:t>impacto</a:t>
            </a:r>
            <a:r>
              <a:rPr dirty="0"/>
              <a:t> de </a:t>
            </a:r>
            <a:r>
              <a:rPr dirty="0" err="1"/>
              <a:t>verdade</a:t>
            </a:r>
            <a:r>
              <a:rPr dirty="0"/>
              <a:t> — inclusive se a </a:t>
            </a:r>
            <a:r>
              <a:rPr dirty="0" err="1"/>
              <a:t>resposta</a:t>
            </a:r>
            <a:r>
              <a:rPr dirty="0"/>
              <a:t> for "</a:t>
            </a:r>
            <a:r>
              <a:rPr dirty="0" err="1"/>
              <a:t>ainda</a:t>
            </a:r>
            <a:r>
              <a:rPr dirty="0"/>
              <a:t> </a:t>
            </a:r>
            <a:r>
              <a:rPr dirty="0" err="1"/>
              <a:t>não</a:t>
            </a:r>
            <a:r>
              <a:rPr dirty="0"/>
              <a:t>".</a:t>
            </a:r>
          </a:p>
          <a:p>
            <a:endParaRPr dirty="0"/>
          </a:p>
          <a:p>
            <a:r>
              <a:rPr dirty="0"/>
              <a:t>O </a:t>
            </a:r>
            <a:r>
              <a:rPr dirty="0" err="1"/>
              <a:t>próximo</a:t>
            </a:r>
            <a:r>
              <a:rPr dirty="0"/>
              <a:t> </a:t>
            </a:r>
            <a:r>
              <a:rPr dirty="0" err="1"/>
              <a:t>passo</a:t>
            </a:r>
            <a:r>
              <a:rPr dirty="0"/>
              <a:t> é simples: </a:t>
            </a:r>
            <a:r>
              <a:rPr dirty="0" err="1"/>
              <a:t>uma</a:t>
            </a:r>
            <a:r>
              <a:rPr dirty="0"/>
              <a:t> conversa. O WhatsApp </a:t>
            </a:r>
            <a:r>
              <a:rPr dirty="0" err="1"/>
              <a:t>está</a:t>
            </a:r>
            <a:r>
              <a:rPr dirty="0"/>
              <a:t> </a:t>
            </a:r>
            <a:r>
              <a:rPr dirty="0" err="1"/>
              <a:t>aí</a:t>
            </a:r>
            <a:r>
              <a:rPr dirty="0"/>
              <a:t> no slide. E </a:t>
            </a:r>
            <a:r>
              <a:rPr dirty="0" err="1"/>
              <a:t>como</a:t>
            </a:r>
            <a:r>
              <a:rPr dirty="0"/>
              <a:t> </a:t>
            </a:r>
            <a:r>
              <a:rPr dirty="0" err="1"/>
              <a:t>diz</a:t>
            </a:r>
            <a:r>
              <a:rPr dirty="0"/>
              <a:t> o </a:t>
            </a:r>
            <a:r>
              <a:rPr dirty="0" err="1"/>
              <a:t>nosso</a:t>
            </a:r>
            <a:r>
              <a:rPr dirty="0"/>
              <a:t> site: </a:t>
            </a:r>
            <a:r>
              <a:rPr dirty="0" err="1"/>
              <a:t>sem</a:t>
            </a:r>
            <a:r>
              <a:rPr dirty="0"/>
              <a:t> </a:t>
            </a:r>
            <a:r>
              <a:rPr dirty="0" err="1"/>
              <a:t>apresentação</a:t>
            </a:r>
            <a:r>
              <a:rPr dirty="0"/>
              <a:t> </a:t>
            </a:r>
            <a:r>
              <a:rPr dirty="0" err="1"/>
              <a:t>genérica</a:t>
            </a:r>
            <a:r>
              <a:rPr dirty="0"/>
              <a:t> — </a:t>
            </a:r>
            <a:r>
              <a:rPr dirty="0" err="1"/>
              <a:t>na</a:t>
            </a:r>
            <a:r>
              <a:rPr dirty="0"/>
              <a:t> </a:t>
            </a:r>
            <a:r>
              <a:rPr dirty="0" err="1"/>
              <a:t>próxima</a:t>
            </a:r>
            <a:r>
              <a:rPr dirty="0"/>
              <a:t> conversa, o </a:t>
            </a:r>
            <a:r>
              <a:rPr dirty="0" err="1"/>
              <a:t>assunto</a:t>
            </a:r>
            <a:r>
              <a:rPr dirty="0"/>
              <a:t> é o </a:t>
            </a:r>
            <a:r>
              <a:rPr dirty="0" err="1"/>
              <a:t>seu</a:t>
            </a:r>
            <a:r>
              <a:rPr dirty="0"/>
              <a:t> </a:t>
            </a:r>
            <a:r>
              <a:rPr dirty="0" err="1"/>
              <a:t>negócio</a:t>
            </a:r>
            <a:r>
              <a:rPr dirty="0"/>
              <a:t>.</a:t>
            </a:r>
          </a:p>
          <a:p>
            <a:endParaRPr dirty="0"/>
          </a:p>
          <a:p>
            <a:r>
              <a:rPr dirty="0" err="1"/>
              <a:t>Obrigado</a:t>
            </a:r>
            <a:r>
              <a:rPr dirty="0"/>
              <a:t>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1406</Words>
  <Application>Microsoft Office PowerPoint</Application>
  <PresentationFormat>Widescreen</PresentationFormat>
  <Paragraphs>102</Paragraphs>
  <Slides>12</Slides>
  <Notes>12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Dreamy — Apresentação Institucional</dc:title>
  <dc:subject/>
  <dc:creator>Dreamy</dc:creator>
  <cp:keywords/>
  <dc:description>Pitch de palco — 12 slides. Fala completa nas notas do apresentador.</dc:description>
  <cp:lastModifiedBy>Luigi Choffe</cp:lastModifiedBy>
  <cp:revision>2</cp:revision>
  <dcterms:created xsi:type="dcterms:W3CDTF">2013-01-27T09:14:16Z</dcterms:created>
  <dcterms:modified xsi:type="dcterms:W3CDTF">2026-08-19T23:41:47Z</dcterms:modified>
  <cp:category/>
</cp:coreProperties>
</file>